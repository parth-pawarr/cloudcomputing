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63" r:id="rId4"/>
    <p:sldId id="258" r:id="rId5"/>
    <p:sldId id="259" r:id="rId6"/>
    <p:sldId id="260" r:id="rId7"/>
    <p:sldId id="262" r:id="rId8"/>
    <p:sldId id="261"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D9195A-B64C-4935-B752-DB24D8F9D06B}" v="65" dt="2026-03-13T07:21:53.8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5" autoAdjust="0"/>
    <p:restoredTop sz="94660"/>
  </p:normalViewPr>
  <p:slideViewPr>
    <p:cSldViewPr snapToGrid="0">
      <p:cViewPr varScale="1">
        <p:scale>
          <a:sx n="81" d="100"/>
          <a:sy n="81" d="100"/>
        </p:scale>
        <p:origin x="10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kdeshmukh@kkwagh.edu.in" userId="3a487b9e0de9bec4" providerId="LiveId" clId="{3F7449EA-AEF9-473B-A1DB-9577DB6943F8}"/>
    <pc:docChg chg="custSel addSld modSld">
      <pc:chgData name="kkdeshmukh@kkwagh.edu.in" userId="3a487b9e0de9bec4" providerId="LiveId" clId="{3F7449EA-AEF9-473B-A1DB-9577DB6943F8}" dt="2026-03-13T07:34:32.228" v="441" actId="20577"/>
      <pc:docMkLst>
        <pc:docMk/>
      </pc:docMkLst>
      <pc:sldChg chg="modSp new mod">
        <pc:chgData name="kkdeshmukh@kkwagh.edu.in" userId="3a487b9e0de9bec4" providerId="LiveId" clId="{3F7449EA-AEF9-473B-A1DB-9577DB6943F8}" dt="2026-03-13T06:50:29.915" v="35" actId="20577"/>
        <pc:sldMkLst>
          <pc:docMk/>
          <pc:sldMk cId="659642046" sldId="264"/>
        </pc:sldMkLst>
        <pc:spChg chg="mod">
          <ac:chgData name="kkdeshmukh@kkwagh.edu.in" userId="3a487b9e0de9bec4" providerId="LiveId" clId="{3F7449EA-AEF9-473B-A1DB-9577DB6943F8}" dt="2026-03-13T06:45:13.216" v="6" actId="113"/>
          <ac:spMkLst>
            <pc:docMk/>
            <pc:sldMk cId="659642046" sldId="264"/>
            <ac:spMk id="2" creationId="{9B32423A-C5F9-DDE5-7B18-5463328508FF}"/>
          </ac:spMkLst>
        </pc:spChg>
        <pc:spChg chg="mod">
          <ac:chgData name="kkdeshmukh@kkwagh.edu.in" userId="3a487b9e0de9bec4" providerId="LiveId" clId="{3F7449EA-AEF9-473B-A1DB-9577DB6943F8}" dt="2026-03-13T06:50:29.915" v="35" actId="20577"/>
          <ac:spMkLst>
            <pc:docMk/>
            <pc:sldMk cId="659642046" sldId="264"/>
            <ac:spMk id="3" creationId="{FD1BDE66-B824-BCA6-AE4E-70949F9DBFE8}"/>
          </ac:spMkLst>
        </pc:spChg>
      </pc:sldChg>
      <pc:sldChg chg="modSp new mod">
        <pc:chgData name="kkdeshmukh@kkwagh.edu.in" userId="3a487b9e0de9bec4" providerId="LiveId" clId="{3F7449EA-AEF9-473B-A1DB-9577DB6943F8}" dt="2026-03-13T06:53:03.351" v="72" actId="14100"/>
        <pc:sldMkLst>
          <pc:docMk/>
          <pc:sldMk cId="494526014" sldId="265"/>
        </pc:sldMkLst>
        <pc:spChg chg="mod">
          <ac:chgData name="kkdeshmukh@kkwagh.edu.in" userId="3a487b9e0de9bec4" providerId="LiveId" clId="{3F7449EA-AEF9-473B-A1DB-9577DB6943F8}" dt="2026-03-13T06:50:49.550" v="38" actId="113"/>
          <ac:spMkLst>
            <pc:docMk/>
            <pc:sldMk cId="494526014" sldId="265"/>
            <ac:spMk id="2" creationId="{477D8BEC-7983-F74D-FDF0-AE968F180E14}"/>
          </ac:spMkLst>
        </pc:spChg>
        <pc:spChg chg="mod">
          <ac:chgData name="kkdeshmukh@kkwagh.edu.in" userId="3a487b9e0de9bec4" providerId="LiveId" clId="{3F7449EA-AEF9-473B-A1DB-9577DB6943F8}" dt="2026-03-13T06:53:03.351" v="72" actId="14100"/>
          <ac:spMkLst>
            <pc:docMk/>
            <pc:sldMk cId="494526014" sldId="265"/>
            <ac:spMk id="3" creationId="{ECD8C896-435E-AAEA-8680-E086A1B6914F}"/>
          </ac:spMkLst>
        </pc:spChg>
      </pc:sldChg>
      <pc:sldChg chg="addSp delSp modSp new mod">
        <pc:chgData name="kkdeshmukh@kkwagh.edu.in" userId="3a487b9e0de9bec4" providerId="LiveId" clId="{3F7449EA-AEF9-473B-A1DB-9577DB6943F8}" dt="2026-03-13T06:54:30.247" v="79"/>
        <pc:sldMkLst>
          <pc:docMk/>
          <pc:sldMk cId="3923875470" sldId="266"/>
        </pc:sldMkLst>
        <pc:spChg chg="mod">
          <ac:chgData name="kkdeshmukh@kkwagh.edu.in" userId="3a487b9e0de9bec4" providerId="LiveId" clId="{3F7449EA-AEF9-473B-A1DB-9577DB6943F8}" dt="2026-03-13T06:53:50.815" v="75" actId="14100"/>
          <ac:spMkLst>
            <pc:docMk/>
            <pc:sldMk cId="3923875470" sldId="266"/>
            <ac:spMk id="2" creationId="{1162FECA-0948-9AA8-059E-E60E17286083}"/>
          </ac:spMkLst>
        </pc:spChg>
        <pc:spChg chg="del mod">
          <ac:chgData name="kkdeshmukh@kkwagh.edu.in" userId="3a487b9e0de9bec4" providerId="LiveId" clId="{3F7449EA-AEF9-473B-A1DB-9577DB6943F8}" dt="2026-03-13T06:54:11.416" v="77" actId="3680"/>
          <ac:spMkLst>
            <pc:docMk/>
            <pc:sldMk cId="3923875470" sldId="266"/>
            <ac:spMk id="3" creationId="{04D19566-D0E4-35CC-DBB3-D1CDA230CA89}"/>
          </ac:spMkLst>
        </pc:spChg>
        <pc:graphicFrameChg chg="add mod ord modGraphic">
          <ac:chgData name="kkdeshmukh@kkwagh.edu.in" userId="3a487b9e0de9bec4" providerId="LiveId" clId="{3F7449EA-AEF9-473B-A1DB-9577DB6943F8}" dt="2026-03-13T06:54:30.247" v="79"/>
          <ac:graphicFrameMkLst>
            <pc:docMk/>
            <pc:sldMk cId="3923875470" sldId="266"/>
            <ac:graphicFrameMk id="4" creationId="{29614DBA-58B2-FA41-59D7-8EC77AA5D119}"/>
          </ac:graphicFrameMkLst>
        </pc:graphicFrameChg>
      </pc:sldChg>
      <pc:sldChg chg="addSp delSp modSp new mod">
        <pc:chgData name="kkdeshmukh@kkwagh.edu.in" userId="3a487b9e0de9bec4" providerId="LiveId" clId="{3F7449EA-AEF9-473B-A1DB-9577DB6943F8}" dt="2026-03-13T07:05:36.066" v="129" actId="1076"/>
        <pc:sldMkLst>
          <pc:docMk/>
          <pc:sldMk cId="3767010886" sldId="267"/>
        </pc:sldMkLst>
        <pc:spChg chg="mod">
          <ac:chgData name="kkdeshmukh@kkwagh.edu.in" userId="3a487b9e0de9bec4" providerId="LiveId" clId="{3F7449EA-AEF9-473B-A1DB-9577DB6943F8}" dt="2026-03-13T06:56:45.067" v="92" actId="20577"/>
          <ac:spMkLst>
            <pc:docMk/>
            <pc:sldMk cId="3767010886" sldId="267"/>
            <ac:spMk id="2" creationId="{C3A4E68E-7085-F132-E5BD-3A62C9BEB67C}"/>
          </ac:spMkLst>
        </pc:spChg>
        <pc:spChg chg="del">
          <ac:chgData name="kkdeshmukh@kkwagh.edu.in" userId="3a487b9e0de9bec4" providerId="LiveId" clId="{3F7449EA-AEF9-473B-A1DB-9577DB6943F8}" dt="2026-03-13T06:55:39.109" v="80"/>
          <ac:spMkLst>
            <pc:docMk/>
            <pc:sldMk cId="3767010886" sldId="267"/>
            <ac:spMk id="3" creationId="{DA1E9EFB-42FD-1B68-0473-C76104EF422D}"/>
          </ac:spMkLst>
        </pc:spChg>
        <pc:spChg chg="add mod">
          <ac:chgData name="kkdeshmukh@kkwagh.edu.in" userId="3a487b9e0de9bec4" providerId="LiveId" clId="{3F7449EA-AEF9-473B-A1DB-9577DB6943F8}" dt="2026-03-13T07:05:08.264" v="125" actId="14100"/>
          <ac:spMkLst>
            <pc:docMk/>
            <pc:sldMk cId="3767010886" sldId="267"/>
            <ac:spMk id="6" creationId="{44BEBD0E-5642-97CC-4E42-AF6A088AC111}"/>
          </ac:spMkLst>
        </pc:spChg>
        <pc:spChg chg="add">
          <ac:chgData name="kkdeshmukh@kkwagh.edu.in" userId="3a487b9e0de9bec4" providerId="LiveId" clId="{3F7449EA-AEF9-473B-A1DB-9577DB6943F8}" dt="2026-03-13T06:57:16.957" v="95"/>
          <ac:spMkLst>
            <pc:docMk/>
            <pc:sldMk cId="3767010886" sldId="267"/>
            <ac:spMk id="7" creationId="{99A002CF-6C0E-8DF5-1DAE-025824027C05}"/>
          </ac:spMkLst>
        </pc:spChg>
        <pc:spChg chg="add">
          <ac:chgData name="kkdeshmukh@kkwagh.edu.in" userId="3a487b9e0de9bec4" providerId="LiveId" clId="{3F7449EA-AEF9-473B-A1DB-9577DB6943F8}" dt="2026-03-13T06:57:34.621" v="96"/>
          <ac:spMkLst>
            <pc:docMk/>
            <pc:sldMk cId="3767010886" sldId="267"/>
            <ac:spMk id="8" creationId="{A203A5DF-1FA0-6DA1-ECA3-ACBFB5641166}"/>
          </ac:spMkLst>
        </pc:spChg>
        <pc:picChg chg="add del mod">
          <ac:chgData name="kkdeshmukh@kkwagh.edu.in" userId="3a487b9e0de9bec4" providerId="LiveId" clId="{3F7449EA-AEF9-473B-A1DB-9577DB6943F8}" dt="2026-03-13T06:55:55.314" v="83" actId="21"/>
          <ac:picMkLst>
            <pc:docMk/>
            <pc:sldMk cId="3767010886" sldId="267"/>
            <ac:picMk id="4" creationId="{B4D29DC5-1953-B525-5F10-5D892CBB9F1B}"/>
          </ac:picMkLst>
        </pc:picChg>
        <pc:picChg chg="add mod">
          <ac:chgData name="kkdeshmukh@kkwagh.edu.in" userId="3a487b9e0de9bec4" providerId="LiveId" clId="{3F7449EA-AEF9-473B-A1DB-9577DB6943F8}" dt="2026-03-13T07:05:36.066" v="129" actId="1076"/>
          <ac:picMkLst>
            <pc:docMk/>
            <pc:sldMk cId="3767010886" sldId="267"/>
            <ac:picMk id="9" creationId="{599C6997-5359-DB82-60BB-1023F4D11287}"/>
          </ac:picMkLst>
        </pc:picChg>
      </pc:sldChg>
      <pc:sldChg chg="modSp new mod">
        <pc:chgData name="kkdeshmukh@kkwagh.edu.in" userId="3a487b9e0de9bec4" providerId="LiveId" clId="{3F7449EA-AEF9-473B-A1DB-9577DB6943F8}" dt="2026-03-13T07:06:18.297" v="132" actId="20577"/>
        <pc:sldMkLst>
          <pc:docMk/>
          <pc:sldMk cId="3139799524" sldId="268"/>
        </pc:sldMkLst>
        <pc:spChg chg="mod">
          <ac:chgData name="kkdeshmukh@kkwagh.edu.in" userId="3a487b9e0de9bec4" providerId="LiveId" clId="{3F7449EA-AEF9-473B-A1DB-9577DB6943F8}" dt="2026-03-13T07:05:53.415" v="130"/>
          <ac:spMkLst>
            <pc:docMk/>
            <pc:sldMk cId="3139799524" sldId="268"/>
            <ac:spMk id="2" creationId="{277E3C73-F15B-9F9C-7813-E8F272F35ADA}"/>
          </ac:spMkLst>
        </pc:spChg>
        <pc:spChg chg="mod">
          <ac:chgData name="kkdeshmukh@kkwagh.edu.in" userId="3a487b9e0de9bec4" providerId="LiveId" clId="{3F7449EA-AEF9-473B-A1DB-9577DB6943F8}" dt="2026-03-13T07:06:18.297" v="132" actId="20577"/>
          <ac:spMkLst>
            <pc:docMk/>
            <pc:sldMk cId="3139799524" sldId="268"/>
            <ac:spMk id="3" creationId="{A6E3D931-9934-5C8E-B232-A8433FADF201}"/>
          </ac:spMkLst>
        </pc:spChg>
      </pc:sldChg>
      <pc:sldChg chg="addSp modSp new mod">
        <pc:chgData name="kkdeshmukh@kkwagh.edu.in" userId="3a487b9e0de9bec4" providerId="LiveId" clId="{3F7449EA-AEF9-473B-A1DB-9577DB6943F8}" dt="2026-03-13T07:34:32.228" v="441" actId="20577"/>
        <pc:sldMkLst>
          <pc:docMk/>
          <pc:sldMk cId="4180865525" sldId="269"/>
        </pc:sldMkLst>
        <pc:spChg chg="mod">
          <ac:chgData name="kkdeshmukh@kkwagh.edu.in" userId="3a487b9e0de9bec4" providerId="LiveId" clId="{3F7449EA-AEF9-473B-A1DB-9577DB6943F8}" dt="2026-03-13T07:06:53.914" v="166" actId="20577"/>
          <ac:spMkLst>
            <pc:docMk/>
            <pc:sldMk cId="4180865525" sldId="269"/>
            <ac:spMk id="2" creationId="{BAC9BC21-4BB1-B610-020A-D36E7768487B}"/>
          </ac:spMkLst>
        </pc:spChg>
        <pc:spChg chg="mod">
          <ac:chgData name="kkdeshmukh@kkwagh.edu.in" userId="3a487b9e0de9bec4" providerId="LiveId" clId="{3F7449EA-AEF9-473B-A1DB-9577DB6943F8}" dt="2026-03-13T07:34:32.228" v="441" actId="20577"/>
          <ac:spMkLst>
            <pc:docMk/>
            <pc:sldMk cId="4180865525" sldId="269"/>
            <ac:spMk id="3" creationId="{A73DDD7E-D772-1504-2904-B050D0EDAFA8}"/>
          </ac:spMkLst>
        </pc:spChg>
        <pc:spChg chg="add">
          <ac:chgData name="kkdeshmukh@kkwagh.edu.in" userId="3a487b9e0de9bec4" providerId="LiveId" clId="{3F7449EA-AEF9-473B-A1DB-9577DB6943F8}" dt="2026-03-13T07:07:28.753" v="172"/>
          <ac:spMkLst>
            <pc:docMk/>
            <pc:sldMk cId="4180865525" sldId="269"/>
            <ac:spMk id="4" creationId="{F4FA2625-6F48-4E4C-76C3-AE4A3C779225}"/>
          </ac:spMkLst>
        </pc:spChg>
        <pc:spChg chg="add">
          <ac:chgData name="kkdeshmukh@kkwagh.edu.in" userId="3a487b9e0de9bec4" providerId="LiveId" clId="{3F7449EA-AEF9-473B-A1DB-9577DB6943F8}" dt="2026-03-13T07:07:39.500" v="173"/>
          <ac:spMkLst>
            <pc:docMk/>
            <pc:sldMk cId="4180865525" sldId="269"/>
            <ac:spMk id="5" creationId="{E70E0639-86D2-651F-8702-28904836AEA5}"/>
          </ac:spMkLst>
        </pc:spChg>
        <pc:spChg chg="add">
          <ac:chgData name="kkdeshmukh@kkwagh.edu.in" userId="3a487b9e0de9bec4" providerId="LiveId" clId="{3F7449EA-AEF9-473B-A1DB-9577DB6943F8}" dt="2026-03-13T07:07:52.409" v="174"/>
          <ac:spMkLst>
            <pc:docMk/>
            <pc:sldMk cId="4180865525" sldId="269"/>
            <ac:spMk id="6" creationId="{C6F0AE4A-9B5A-72B6-E6DF-AFC022A5DC47}"/>
          </ac:spMkLst>
        </pc:spChg>
      </pc:sldChg>
      <pc:sldChg chg="addSp modSp new mod">
        <pc:chgData name="kkdeshmukh@kkwagh.edu.in" userId="3a487b9e0de9bec4" providerId="LiveId" clId="{3F7449EA-AEF9-473B-A1DB-9577DB6943F8}" dt="2026-03-13T07:15:17.988" v="355" actId="20577"/>
        <pc:sldMkLst>
          <pc:docMk/>
          <pc:sldMk cId="1786963377" sldId="270"/>
        </pc:sldMkLst>
        <pc:spChg chg="mod">
          <ac:chgData name="kkdeshmukh@kkwagh.edu.in" userId="3a487b9e0de9bec4" providerId="LiveId" clId="{3F7449EA-AEF9-473B-A1DB-9577DB6943F8}" dt="2026-03-13T07:15:03.442" v="350" actId="1076"/>
          <ac:spMkLst>
            <pc:docMk/>
            <pc:sldMk cId="1786963377" sldId="270"/>
            <ac:spMk id="2" creationId="{1D7933DB-F19C-EE05-1503-1D28CC7F3CE6}"/>
          </ac:spMkLst>
        </pc:spChg>
        <pc:spChg chg="mod">
          <ac:chgData name="kkdeshmukh@kkwagh.edu.in" userId="3a487b9e0de9bec4" providerId="LiveId" clId="{3F7449EA-AEF9-473B-A1DB-9577DB6943F8}" dt="2026-03-13T07:15:17.988" v="355" actId="20577"/>
          <ac:spMkLst>
            <pc:docMk/>
            <pc:sldMk cId="1786963377" sldId="270"/>
            <ac:spMk id="3" creationId="{B91A49E5-AE08-E82C-F2B5-CAF0ACF71C58}"/>
          </ac:spMkLst>
        </pc:spChg>
        <pc:picChg chg="add mod">
          <ac:chgData name="kkdeshmukh@kkwagh.edu.in" userId="3a487b9e0de9bec4" providerId="LiveId" clId="{3F7449EA-AEF9-473B-A1DB-9577DB6943F8}" dt="2026-03-13T07:15:01.269" v="349" actId="14100"/>
          <ac:picMkLst>
            <pc:docMk/>
            <pc:sldMk cId="1786963377" sldId="270"/>
            <ac:picMk id="4" creationId="{A4A72E96-3F11-1008-7D63-E4B0385845BD}"/>
          </ac:picMkLst>
        </pc:picChg>
      </pc:sldChg>
      <pc:sldChg chg="modSp new mod">
        <pc:chgData name="kkdeshmukh@kkwagh.edu.in" userId="3a487b9e0de9bec4" providerId="LiveId" clId="{3F7449EA-AEF9-473B-A1DB-9577DB6943F8}" dt="2026-03-13T07:17:47.768" v="386" actId="27636"/>
        <pc:sldMkLst>
          <pc:docMk/>
          <pc:sldMk cId="673558547" sldId="271"/>
        </pc:sldMkLst>
        <pc:spChg chg="mod">
          <ac:chgData name="kkdeshmukh@kkwagh.edu.in" userId="3a487b9e0de9bec4" providerId="LiveId" clId="{3F7449EA-AEF9-473B-A1DB-9577DB6943F8}" dt="2026-03-13T07:15:36.282" v="360"/>
          <ac:spMkLst>
            <pc:docMk/>
            <pc:sldMk cId="673558547" sldId="271"/>
            <ac:spMk id="2" creationId="{FD489E71-481B-FB75-63C1-97E4454555C7}"/>
          </ac:spMkLst>
        </pc:spChg>
        <pc:spChg chg="mod">
          <ac:chgData name="kkdeshmukh@kkwagh.edu.in" userId="3a487b9e0de9bec4" providerId="LiveId" clId="{3F7449EA-AEF9-473B-A1DB-9577DB6943F8}" dt="2026-03-13T07:17:47.768" v="386" actId="27636"/>
          <ac:spMkLst>
            <pc:docMk/>
            <pc:sldMk cId="673558547" sldId="271"/>
            <ac:spMk id="3" creationId="{F140CFD5-C8AA-A76B-0FE7-FF715894B581}"/>
          </ac:spMkLst>
        </pc:spChg>
      </pc:sldChg>
      <pc:sldChg chg="modSp new mod">
        <pc:chgData name="kkdeshmukh@kkwagh.edu.in" userId="3a487b9e0de9bec4" providerId="LiveId" clId="{3F7449EA-AEF9-473B-A1DB-9577DB6943F8}" dt="2026-03-13T07:20:25.859" v="415"/>
        <pc:sldMkLst>
          <pc:docMk/>
          <pc:sldMk cId="3502110275" sldId="272"/>
        </pc:sldMkLst>
        <pc:spChg chg="mod">
          <ac:chgData name="kkdeshmukh@kkwagh.edu.in" userId="3a487b9e0de9bec4" providerId="LiveId" clId="{3F7449EA-AEF9-473B-A1DB-9577DB6943F8}" dt="2026-03-13T07:18:10.322" v="387"/>
          <ac:spMkLst>
            <pc:docMk/>
            <pc:sldMk cId="3502110275" sldId="272"/>
            <ac:spMk id="2" creationId="{4B572D56-1444-0FE0-BC20-3821F4E7A78F}"/>
          </ac:spMkLst>
        </pc:spChg>
        <pc:spChg chg="mod">
          <ac:chgData name="kkdeshmukh@kkwagh.edu.in" userId="3a487b9e0de9bec4" providerId="LiveId" clId="{3F7449EA-AEF9-473B-A1DB-9577DB6943F8}" dt="2026-03-13T07:20:25.859" v="415"/>
          <ac:spMkLst>
            <pc:docMk/>
            <pc:sldMk cId="3502110275" sldId="272"/>
            <ac:spMk id="3" creationId="{3220FDC1-4D6E-8947-043B-1D3CA5DB8B19}"/>
          </ac:spMkLst>
        </pc:spChg>
      </pc:sldChg>
      <pc:sldChg chg="addSp delSp modSp new mod">
        <pc:chgData name="kkdeshmukh@kkwagh.edu.in" userId="3a487b9e0de9bec4" providerId="LiveId" clId="{3F7449EA-AEF9-473B-A1DB-9577DB6943F8}" dt="2026-03-13T07:22:14.331" v="440" actId="20577"/>
        <pc:sldMkLst>
          <pc:docMk/>
          <pc:sldMk cId="2498403046" sldId="273"/>
        </pc:sldMkLst>
        <pc:spChg chg="mod">
          <ac:chgData name="kkdeshmukh@kkwagh.edu.in" userId="3a487b9e0de9bec4" providerId="LiveId" clId="{3F7449EA-AEF9-473B-A1DB-9577DB6943F8}" dt="2026-03-13T07:21:21.074" v="417" actId="113"/>
          <ac:spMkLst>
            <pc:docMk/>
            <pc:sldMk cId="2498403046" sldId="273"/>
            <ac:spMk id="2" creationId="{033A88C5-27E4-B5E4-172E-AF2C0F55FA7B}"/>
          </ac:spMkLst>
        </pc:spChg>
        <pc:spChg chg="del">
          <ac:chgData name="kkdeshmukh@kkwagh.edu.in" userId="3a487b9e0de9bec4" providerId="LiveId" clId="{3F7449EA-AEF9-473B-A1DB-9577DB6943F8}" dt="2026-03-13T07:21:39.227" v="418" actId="3680"/>
          <ac:spMkLst>
            <pc:docMk/>
            <pc:sldMk cId="2498403046" sldId="273"/>
            <ac:spMk id="3" creationId="{4A129CA0-3985-2F6A-1178-AA722FE000EE}"/>
          </ac:spMkLst>
        </pc:spChg>
        <pc:graphicFrameChg chg="add mod ord modGraphic">
          <ac:chgData name="kkdeshmukh@kkwagh.edu.in" userId="3a487b9e0de9bec4" providerId="LiveId" clId="{3F7449EA-AEF9-473B-A1DB-9577DB6943F8}" dt="2026-03-13T07:22:14.331" v="440" actId="20577"/>
          <ac:graphicFrameMkLst>
            <pc:docMk/>
            <pc:sldMk cId="2498403046" sldId="273"/>
            <ac:graphicFrameMk id="4" creationId="{8DBF95B1-248C-A415-0FCC-C34730FBB422}"/>
          </ac:graphicFrameMkLst>
        </pc:graphicFrameChg>
      </pc:sldChg>
      <pc:sldChg chg="new">
        <pc:chgData name="kkdeshmukh@kkwagh.edu.in" userId="3a487b9e0de9bec4" providerId="LiveId" clId="{3F7449EA-AEF9-473B-A1DB-9577DB6943F8}" dt="2026-03-13T07:15:24.045" v="359" actId="680"/>
        <pc:sldMkLst>
          <pc:docMk/>
          <pc:sldMk cId="1047536109"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B10BD4-AC55-49BC-B3BC-86BF5C6A07E0}"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E2B7F9-88C1-4359-AE70-AF973DAA94AF}" type="slidenum">
              <a:rPr lang="en-IN" smtClean="0"/>
              <a:t>‹#›</a:t>
            </a:fld>
            <a:endParaRPr lang="en-IN"/>
          </a:p>
        </p:txBody>
      </p:sp>
    </p:spTree>
    <p:extLst>
      <p:ext uri="{BB962C8B-B14F-4D97-AF65-F5344CB8AC3E}">
        <p14:creationId xmlns:p14="http://schemas.microsoft.com/office/powerpoint/2010/main" val="1828399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8E2B7F9-88C1-4359-AE70-AF973DAA94AF}" type="slidenum">
              <a:rPr lang="en-IN" smtClean="0"/>
              <a:t>12</a:t>
            </a:fld>
            <a:endParaRPr lang="en-IN"/>
          </a:p>
        </p:txBody>
      </p:sp>
    </p:spTree>
    <p:extLst>
      <p:ext uri="{BB962C8B-B14F-4D97-AF65-F5344CB8AC3E}">
        <p14:creationId xmlns:p14="http://schemas.microsoft.com/office/powerpoint/2010/main" val="3478905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6F7D9-AA13-CA47-E722-3CA2AE999B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D1F010A-A0D8-622B-4E03-73AEB97084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E5958D-246B-CDA9-AC32-70D17CEF09AD}"/>
              </a:ext>
            </a:extLst>
          </p:cNvPr>
          <p:cNvSpPr>
            <a:spLocks noGrp="1"/>
          </p:cNvSpPr>
          <p:nvPr>
            <p:ph type="dt" sz="half" idx="10"/>
          </p:nvPr>
        </p:nvSpPr>
        <p:spPr/>
        <p:txBody>
          <a:bodyPr/>
          <a:lstStyle/>
          <a:p>
            <a:fld id="{BD633929-5732-4768-A566-02BB54AFCE80}" type="datetimeFigureOut">
              <a:rPr lang="en-IN" smtClean="0"/>
              <a:t>13-03-2026</a:t>
            </a:fld>
            <a:endParaRPr lang="en-IN"/>
          </a:p>
        </p:txBody>
      </p:sp>
      <p:sp>
        <p:nvSpPr>
          <p:cNvPr id="5" name="Footer Placeholder 4">
            <a:extLst>
              <a:ext uri="{FF2B5EF4-FFF2-40B4-BE49-F238E27FC236}">
                <a16:creationId xmlns:a16="http://schemas.microsoft.com/office/drawing/2014/main" id="{358B78B9-CC63-F5AE-72A3-9452A9EA03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14FC9E-2F6B-3F4E-B8E7-3D77D596890B}"/>
              </a:ext>
            </a:extLst>
          </p:cNvPr>
          <p:cNvSpPr>
            <a:spLocks noGrp="1"/>
          </p:cNvSpPr>
          <p:nvPr>
            <p:ph type="sldNum" sz="quarter" idx="12"/>
          </p:nvPr>
        </p:nvSpPr>
        <p:spPr/>
        <p:txBody>
          <a:bodyPr/>
          <a:lstStyle/>
          <a:p>
            <a:fld id="{B7D5937C-4F79-4A27-B43A-D31714B86A0D}" type="slidenum">
              <a:rPr lang="en-IN" smtClean="0"/>
              <a:t>‹#›</a:t>
            </a:fld>
            <a:endParaRPr lang="en-IN"/>
          </a:p>
        </p:txBody>
      </p:sp>
    </p:spTree>
    <p:extLst>
      <p:ext uri="{BB962C8B-B14F-4D97-AF65-F5344CB8AC3E}">
        <p14:creationId xmlns:p14="http://schemas.microsoft.com/office/powerpoint/2010/main" val="3277584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C66AB-340A-4320-6F04-E7CE0B5D5D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7BC3BF-8BBB-E18F-77DA-4C6D1E7E5F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042EA0-988C-71DE-141E-FEF6B6E7EA5F}"/>
              </a:ext>
            </a:extLst>
          </p:cNvPr>
          <p:cNvSpPr>
            <a:spLocks noGrp="1"/>
          </p:cNvSpPr>
          <p:nvPr>
            <p:ph type="dt" sz="half" idx="10"/>
          </p:nvPr>
        </p:nvSpPr>
        <p:spPr/>
        <p:txBody>
          <a:bodyPr/>
          <a:lstStyle/>
          <a:p>
            <a:fld id="{BD633929-5732-4768-A566-02BB54AFCE80}" type="datetimeFigureOut">
              <a:rPr lang="en-IN" smtClean="0"/>
              <a:t>13-03-2026</a:t>
            </a:fld>
            <a:endParaRPr lang="en-IN"/>
          </a:p>
        </p:txBody>
      </p:sp>
      <p:sp>
        <p:nvSpPr>
          <p:cNvPr id="5" name="Footer Placeholder 4">
            <a:extLst>
              <a:ext uri="{FF2B5EF4-FFF2-40B4-BE49-F238E27FC236}">
                <a16:creationId xmlns:a16="http://schemas.microsoft.com/office/drawing/2014/main" id="{DECF67BB-1C8A-7E17-A50C-3E9E564D8B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893F3D-B12C-7F5E-D867-D7B96465907B}"/>
              </a:ext>
            </a:extLst>
          </p:cNvPr>
          <p:cNvSpPr>
            <a:spLocks noGrp="1"/>
          </p:cNvSpPr>
          <p:nvPr>
            <p:ph type="sldNum" sz="quarter" idx="12"/>
          </p:nvPr>
        </p:nvSpPr>
        <p:spPr/>
        <p:txBody>
          <a:bodyPr/>
          <a:lstStyle/>
          <a:p>
            <a:fld id="{B7D5937C-4F79-4A27-B43A-D31714B86A0D}" type="slidenum">
              <a:rPr lang="en-IN" smtClean="0"/>
              <a:t>‹#›</a:t>
            </a:fld>
            <a:endParaRPr lang="en-IN"/>
          </a:p>
        </p:txBody>
      </p:sp>
    </p:spTree>
    <p:extLst>
      <p:ext uri="{BB962C8B-B14F-4D97-AF65-F5344CB8AC3E}">
        <p14:creationId xmlns:p14="http://schemas.microsoft.com/office/powerpoint/2010/main" val="3323754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BC6EA-CD93-F862-4EEF-BA4350C896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01E766B-B329-C4A0-E2B9-1B5D087725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9B17E0-CE2C-1CB1-1C07-A73D5731B9C2}"/>
              </a:ext>
            </a:extLst>
          </p:cNvPr>
          <p:cNvSpPr>
            <a:spLocks noGrp="1"/>
          </p:cNvSpPr>
          <p:nvPr>
            <p:ph type="dt" sz="half" idx="10"/>
          </p:nvPr>
        </p:nvSpPr>
        <p:spPr/>
        <p:txBody>
          <a:bodyPr/>
          <a:lstStyle/>
          <a:p>
            <a:fld id="{BD633929-5732-4768-A566-02BB54AFCE80}" type="datetimeFigureOut">
              <a:rPr lang="en-IN" smtClean="0"/>
              <a:t>13-03-2026</a:t>
            </a:fld>
            <a:endParaRPr lang="en-IN"/>
          </a:p>
        </p:txBody>
      </p:sp>
      <p:sp>
        <p:nvSpPr>
          <p:cNvPr id="5" name="Footer Placeholder 4">
            <a:extLst>
              <a:ext uri="{FF2B5EF4-FFF2-40B4-BE49-F238E27FC236}">
                <a16:creationId xmlns:a16="http://schemas.microsoft.com/office/drawing/2014/main" id="{FE564000-F2DE-BAAE-D371-231445E31C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455D44-EFA1-9DA9-AF83-DB5AF1057FDE}"/>
              </a:ext>
            </a:extLst>
          </p:cNvPr>
          <p:cNvSpPr>
            <a:spLocks noGrp="1"/>
          </p:cNvSpPr>
          <p:nvPr>
            <p:ph type="sldNum" sz="quarter" idx="12"/>
          </p:nvPr>
        </p:nvSpPr>
        <p:spPr/>
        <p:txBody>
          <a:bodyPr/>
          <a:lstStyle/>
          <a:p>
            <a:fld id="{B7D5937C-4F79-4A27-B43A-D31714B86A0D}" type="slidenum">
              <a:rPr lang="en-IN" smtClean="0"/>
              <a:t>‹#›</a:t>
            </a:fld>
            <a:endParaRPr lang="en-IN"/>
          </a:p>
        </p:txBody>
      </p:sp>
    </p:spTree>
    <p:extLst>
      <p:ext uri="{BB962C8B-B14F-4D97-AF65-F5344CB8AC3E}">
        <p14:creationId xmlns:p14="http://schemas.microsoft.com/office/powerpoint/2010/main" val="1388007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601D5-5D3F-654E-E826-D6A56AEDB2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2E2F3A-1951-0BC2-AB4C-61EC9C6745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4948082-E09C-A6EE-7994-68CB9823B6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66C82FE-1FB8-89CD-A0B2-4BE5FF81927D}"/>
              </a:ext>
            </a:extLst>
          </p:cNvPr>
          <p:cNvSpPr>
            <a:spLocks noGrp="1"/>
          </p:cNvSpPr>
          <p:nvPr>
            <p:ph type="dt" sz="half" idx="10"/>
          </p:nvPr>
        </p:nvSpPr>
        <p:spPr/>
        <p:txBody>
          <a:bodyPr/>
          <a:lstStyle/>
          <a:p>
            <a:fld id="{BD633929-5732-4768-A566-02BB54AFCE80}" type="datetimeFigureOut">
              <a:rPr lang="en-IN" smtClean="0"/>
              <a:t>13-03-2026</a:t>
            </a:fld>
            <a:endParaRPr lang="en-IN"/>
          </a:p>
        </p:txBody>
      </p:sp>
      <p:sp>
        <p:nvSpPr>
          <p:cNvPr id="6" name="Footer Placeholder 5">
            <a:extLst>
              <a:ext uri="{FF2B5EF4-FFF2-40B4-BE49-F238E27FC236}">
                <a16:creationId xmlns:a16="http://schemas.microsoft.com/office/drawing/2014/main" id="{CD7098E7-8DC8-F541-E87B-7C6C2DDCF6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735EAF-9A07-52D5-84C9-FB3D6EAE241D}"/>
              </a:ext>
            </a:extLst>
          </p:cNvPr>
          <p:cNvSpPr>
            <a:spLocks noGrp="1"/>
          </p:cNvSpPr>
          <p:nvPr>
            <p:ph type="sldNum" sz="quarter" idx="12"/>
          </p:nvPr>
        </p:nvSpPr>
        <p:spPr/>
        <p:txBody>
          <a:bodyPr/>
          <a:lstStyle/>
          <a:p>
            <a:fld id="{B7D5937C-4F79-4A27-B43A-D31714B86A0D}" type="slidenum">
              <a:rPr lang="en-IN" smtClean="0"/>
              <a:t>‹#›</a:t>
            </a:fld>
            <a:endParaRPr lang="en-IN"/>
          </a:p>
        </p:txBody>
      </p:sp>
    </p:spTree>
    <p:extLst>
      <p:ext uri="{BB962C8B-B14F-4D97-AF65-F5344CB8AC3E}">
        <p14:creationId xmlns:p14="http://schemas.microsoft.com/office/powerpoint/2010/main" val="4010342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D5BBB-8F7D-CAF5-8808-F4B9801B5D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90A2DB-0AFE-E73F-64B4-929B9C4C1B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8D2796-0405-BEB8-1016-BF5DD6712C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166ECA7-AED2-7449-02B6-E730717BE3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D34453-8200-DD6F-99FF-771B536CC4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A71A70-F77F-562A-CB5C-791A0621744B}"/>
              </a:ext>
            </a:extLst>
          </p:cNvPr>
          <p:cNvSpPr>
            <a:spLocks noGrp="1"/>
          </p:cNvSpPr>
          <p:nvPr>
            <p:ph type="dt" sz="half" idx="10"/>
          </p:nvPr>
        </p:nvSpPr>
        <p:spPr/>
        <p:txBody>
          <a:bodyPr/>
          <a:lstStyle/>
          <a:p>
            <a:fld id="{BD633929-5732-4768-A566-02BB54AFCE80}" type="datetimeFigureOut">
              <a:rPr lang="en-IN" smtClean="0"/>
              <a:t>13-03-2026</a:t>
            </a:fld>
            <a:endParaRPr lang="en-IN"/>
          </a:p>
        </p:txBody>
      </p:sp>
      <p:sp>
        <p:nvSpPr>
          <p:cNvPr id="8" name="Footer Placeholder 7">
            <a:extLst>
              <a:ext uri="{FF2B5EF4-FFF2-40B4-BE49-F238E27FC236}">
                <a16:creationId xmlns:a16="http://schemas.microsoft.com/office/drawing/2014/main" id="{317840C8-4662-62B0-6F24-F3A48C7BB6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71DC8C-43DD-D474-F657-776DC0925A36}"/>
              </a:ext>
            </a:extLst>
          </p:cNvPr>
          <p:cNvSpPr>
            <a:spLocks noGrp="1"/>
          </p:cNvSpPr>
          <p:nvPr>
            <p:ph type="sldNum" sz="quarter" idx="12"/>
          </p:nvPr>
        </p:nvSpPr>
        <p:spPr/>
        <p:txBody>
          <a:bodyPr/>
          <a:lstStyle/>
          <a:p>
            <a:fld id="{B7D5937C-4F79-4A27-B43A-D31714B86A0D}" type="slidenum">
              <a:rPr lang="en-IN" smtClean="0"/>
              <a:t>‹#›</a:t>
            </a:fld>
            <a:endParaRPr lang="en-IN"/>
          </a:p>
        </p:txBody>
      </p:sp>
    </p:spTree>
    <p:extLst>
      <p:ext uri="{BB962C8B-B14F-4D97-AF65-F5344CB8AC3E}">
        <p14:creationId xmlns:p14="http://schemas.microsoft.com/office/powerpoint/2010/main" val="3394718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AC5B7-4E71-B0D8-D753-FA2AB896A6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EE2BB2B-F3C2-64AC-48C9-70B2D6E18C22}"/>
              </a:ext>
            </a:extLst>
          </p:cNvPr>
          <p:cNvSpPr>
            <a:spLocks noGrp="1"/>
          </p:cNvSpPr>
          <p:nvPr>
            <p:ph type="dt" sz="half" idx="10"/>
          </p:nvPr>
        </p:nvSpPr>
        <p:spPr/>
        <p:txBody>
          <a:bodyPr/>
          <a:lstStyle/>
          <a:p>
            <a:fld id="{BD633929-5732-4768-A566-02BB54AFCE80}" type="datetimeFigureOut">
              <a:rPr lang="en-IN" smtClean="0"/>
              <a:t>13-03-2026</a:t>
            </a:fld>
            <a:endParaRPr lang="en-IN"/>
          </a:p>
        </p:txBody>
      </p:sp>
      <p:sp>
        <p:nvSpPr>
          <p:cNvPr id="4" name="Footer Placeholder 3">
            <a:extLst>
              <a:ext uri="{FF2B5EF4-FFF2-40B4-BE49-F238E27FC236}">
                <a16:creationId xmlns:a16="http://schemas.microsoft.com/office/drawing/2014/main" id="{63FE44CB-8558-B5BE-762C-579F6812605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ABBF282-99E6-FD0B-786A-5E776FC9560E}"/>
              </a:ext>
            </a:extLst>
          </p:cNvPr>
          <p:cNvSpPr>
            <a:spLocks noGrp="1"/>
          </p:cNvSpPr>
          <p:nvPr>
            <p:ph type="sldNum" sz="quarter" idx="12"/>
          </p:nvPr>
        </p:nvSpPr>
        <p:spPr/>
        <p:txBody>
          <a:bodyPr/>
          <a:lstStyle/>
          <a:p>
            <a:fld id="{B7D5937C-4F79-4A27-B43A-D31714B86A0D}" type="slidenum">
              <a:rPr lang="en-IN" smtClean="0"/>
              <a:t>‹#›</a:t>
            </a:fld>
            <a:endParaRPr lang="en-IN"/>
          </a:p>
        </p:txBody>
      </p:sp>
    </p:spTree>
    <p:extLst>
      <p:ext uri="{BB962C8B-B14F-4D97-AF65-F5344CB8AC3E}">
        <p14:creationId xmlns:p14="http://schemas.microsoft.com/office/powerpoint/2010/main" val="1836964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F4D25B-EC99-D3EC-7D22-F056B11F6123}"/>
              </a:ext>
            </a:extLst>
          </p:cNvPr>
          <p:cNvSpPr>
            <a:spLocks noGrp="1"/>
          </p:cNvSpPr>
          <p:nvPr>
            <p:ph type="dt" sz="half" idx="10"/>
          </p:nvPr>
        </p:nvSpPr>
        <p:spPr/>
        <p:txBody>
          <a:bodyPr/>
          <a:lstStyle/>
          <a:p>
            <a:fld id="{BD633929-5732-4768-A566-02BB54AFCE80}" type="datetimeFigureOut">
              <a:rPr lang="en-IN" smtClean="0"/>
              <a:t>13-03-2026</a:t>
            </a:fld>
            <a:endParaRPr lang="en-IN"/>
          </a:p>
        </p:txBody>
      </p:sp>
      <p:sp>
        <p:nvSpPr>
          <p:cNvPr id="3" name="Footer Placeholder 2">
            <a:extLst>
              <a:ext uri="{FF2B5EF4-FFF2-40B4-BE49-F238E27FC236}">
                <a16:creationId xmlns:a16="http://schemas.microsoft.com/office/drawing/2014/main" id="{39A2D03E-5B0A-E8E9-5F37-690EEE917B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6DA433B-A2C4-542B-C210-C605F310D730}"/>
              </a:ext>
            </a:extLst>
          </p:cNvPr>
          <p:cNvSpPr>
            <a:spLocks noGrp="1"/>
          </p:cNvSpPr>
          <p:nvPr>
            <p:ph type="sldNum" sz="quarter" idx="12"/>
          </p:nvPr>
        </p:nvSpPr>
        <p:spPr/>
        <p:txBody>
          <a:bodyPr/>
          <a:lstStyle/>
          <a:p>
            <a:fld id="{B7D5937C-4F79-4A27-B43A-D31714B86A0D}" type="slidenum">
              <a:rPr lang="en-IN" smtClean="0"/>
              <a:t>‹#›</a:t>
            </a:fld>
            <a:endParaRPr lang="en-IN"/>
          </a:p>
        </p:txBody>
      </p:sp>
    </p:spTree>
    <p:extLst>
      <p:ext uri="{BB962C8B-B14F-4D97-AF65-F5344CB8AC3E}">
        <p14:creationId xmlns:p14="http://schemas.microsoft.com/office/powerpoint/2010/main" val="2926285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7C08C-6C8A-090F-170B-41B72E77DE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649256-7B53-6986-8CF0-7A6CD0502A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7533D7E-2119-D5D4-75D5-B2593E149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65A4D3-B81E-90E1-E3EF-3BE46B5A77A3}"/>
              </a:ext>
            </a:extLst>
          </p:cNvPr>
          <p:cNvSpPr>
            <a:spLocks noGrp="1"/>
          </p:cNvSpPr>
          <p:nvPr>
            <p:ph type="dt" sz="half" idx="10"/>
          </p:nvPr>
        </p:nvSpPr>
        <p:spPr/>
        <p:txBody>
          <a:bodyPr/>
          <a:lstStyle/>
          <a:p>
            <a:fld id="{BD633929-5732-4768-A566-02BB54AFCE80}" type="datetimeFigureOut">
              <a:rPr lang="en-IN" smtClean="0"/>
              <a:t>13-03-2026</a:t>
            </a:fld>
            <a:endParaRPr lang="en-IN"/>
          </a:p>
        </p:txBody>
      </p:sp>
      <p:sp>
        <p:nvSpPr>
          <p:cNvPr id="6" name="Footer Placeholder 5">
            <a:extLst>
              <a:ext uri="{FF2B5EF4-FFF2-40B4-BE49-F238E27FC236}">
                <a16:creationId xmlns:a16="http://schemas.microsoft.com/office/drawing/2014/main" id="{CD7F21B9-E46D-A061-4D6D-8A201760F7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7714C9-F31A-C18A-9A37-4DA2F4DDDC3E}"/>
              </a:ext>
            </a:extLst>
          </p:cNvPr>
          <p:cNvSpPr>
            <a:spLocks noGrp="1"/>
          </p:cNvSpPr>
          <p:nvPr>
            <p:ph type="sldNum" sz="quarter" idx="12"/>
          </p:nvPr>
        </p:nvSpPr>
        <p:spPr/>
        <p:txBody>
          <a:bodyPr/>
          <a:lstStyle/>
          <a:p>
            <a:fld id="{B7D5937C-4F79-4A27-B43A-D31714B86A0D}" type="slidenum">
              <a:rPr lang="en-IN" smtClean="0"/>
              <a:t>‹#›</a:t>
            </a:fld>
            <a:endParaRPr lang="en-IN"/>
          </a:p>
        </p:txBody>
      </p:sp>
    </p:spTree>
    <p:extLst>
      <p:ext uri="{BB962C8B-B14F-4D97-AF65-F5344CB8AC3E}">
        <p14:creationId xmlns:p14="http://schemas.microsoft.com/office/powerpoint/2010/main" val="531911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40565-35AF-4E1C-4E24-F38B4B8C17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B0C041-DCD4-5A35-C0A0-F9370D2155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86C7058-8516-4588-5E12-09C3AC9FA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832E0C-99D6-A7F1-50D8-74C9CC17EC30}"/>
              </a:ext>
            </a:extLst>
          </p:cNvPr>
          <p:cNvSpPr>
            <a:spLocks noGrp="1"/>
          </p:cNvSpPr>
          <p:nvPr>
            <p:ph type="dt" sz="half" idx="10"/>
          </p:nvPr>
        </p:nvSpPr>
        <p:spPr/>
        <p:txBody>
          <a:bodyPr/>
          <a:lstStyle/>
          <a:p>
            <a:fld id="{BD633929-5732-4768-A566-02BB54AFCE80}" type="datetimeFigureOut">
              <a:rPr lang="en-IN" smtClean="0"/>
              <a:t>13-03-2026</a:t>
            </a:fld>
            <a:endParaRPr lang="en-IN"/>
          </a:p>
        </p:txBody>
      </p:sp>
      <p:sp>
        <p:nvSpPr>
          <p:cNvPr id="6" name="Footer Placeholder 5">
            <a:extLst>
              <a:ext uri="{FF2B5EF4-FFF2-40B4-BE49-F238E27FC236}">
                <a16:creationId xmlns:a16="http://schemas.microsoft.com/office/drawing/2014/main" id="{FEB5D896-671C-80BD-95BC-6C5F0AAE20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0533EE-5068-3B57-4703-7F9C4AD19153}"/>
              </a:ext>
            </a:extLst>
          </p:cNvPr>
          <p:cNvSpPr>
            <a:spLocks noGrp="1"/>
          </p:cNvSpPr>
          <p:nvPr>
            <p:ph type="sldNum" sz="quarter" idx="12"/>
          </p:nvPr>
        </p:nvSpPr>
        <p:spPr/>
        <p:txBody>
          <a:bodyPr/>
          <a:lstStyle/>
          <a:p>
            <a:fld id="{B7D5937C-4F79-4A27-B43A-D31714B86A0D}" type="slidenum">
              <a:rPr lang="en-IN" smtClean="0"/>
              <a:t>‹#›</a:t>
            </a:fld>
            <a:endParaRPr lang="en-IN"/>
          </a:p>
        </p:txBody>
      </p:sp>
    </p:spTree>
    <p:extLst>
      <p:ext uri="{BB962C8B-B14F-4D97-AF65-F5344CB8AC3E}">
        <p14:creationId xmlns:p14="http://schemas.microsoft.com/office/powerpoint/2010/main" val="4031056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EFE5F-A640-7E90-981E-6563582EAB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0B23BB-3FEE-4C0F-EB3C-8DF2CE45ED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07D810-CB68-F7B1-C6B7-799758FB8BD6}"/>
              </a:ext>
            </a:extLst>
          </p:cNvPr>
          <p:cNvSpPr>
            <a:spLocks noGrp="1"/>
          </p:cNvSpPr>
          <p:nvPr>
            <p:ph type="dt" sz="half" idx="10"/>
          </p:nvPr>
        </p:nvSpPr>
        <p:spPr/>
        <p:txBody>
          <a:bodyPr/>
          <a:lstStyle/>
          <a:p>
            <a:fld id="{BD633929-5732-4768-A566-02BB54AFCE80}" type="datetimeFigureOut">
              <a:rPr lang="en-IN" smtClean="0"/>
              <a:t>13-03-2026</a:t>
            </a:fld>
            <a:endParaRPr lang="en-IN"/>
          </a:p>
        </p:txBody>
      </p:sp>
      <p:sp>
        <p:nvSpPr>
          <p:cNvPr id="5" name="Footer Placeholder 4">
            <a:extLst>
              <a:ext uri="{FF2B5EF4-FFF2-40B4-BE49-F238E27FC236}">
                <a16:creationId xmlns:a16="http://schemas.microsoft.com/office/drawing/2014/main" id="{9BE302E8-81D8-D95F-54CD-C304FCA3D3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98C878-0E95-6C76-5910-95333C530E6F}"/>
              </a:ext>
            </a:extLst>
          </p:cNvPr>
          <p:cNvSpPr>
            <a:spLocks noGrp="1"/>
          </p:cNvSpPr>
          <p:nvPr>
            <p:ph type="sldNum" sz="quarter" idx="12"/>
          </p:nvPr>
        </p:nvSpPr>
        <p:spPr/>
        <p:txBody>
          <a:bodyPr/>
          <a:lstStyle/>
          <a:p>
            <a:fld id="{B7D5937C-4F79-4A27-B43A-D31714B86A0D}" type="slidenum">
              <a:rPr lang="en-IN" smtClean="0"/>
              <a:t>‹#›</a:t>
            </a:fld>
            <a:endParaRPr lang="en-IN"/>
          </a:p>
        </p:txBody>
      </p:sp>
    </p:spTree>
    <p:extLst>
      <p:ext uri="{BB962C8B-B14F-4D97-AF65-F5344CB8AC3E}">
        <p14:creationId xmlns:p14="http://schemas.microsoft.com/office/powerpoint/2010/main" val="382227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0E8213-6E53-2F16-CD3E-CCF49D0F10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5AD86D-445C-36AD-46A8-5E2B2D0E1C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FD7102-9385-D927-358F-88D79ECDE9BC}"/>
              </a:ext>
            </a:extLst>
          </p:cNvPr>
          <p:cNvSpPr>
            <a:spLocks noGrp="1"/>
          </p:cNvSpPr>
          <p:nvPr>
            <p:ph type="dt" sz="half" idx="10"/>
          </p:nvPr>
        </p:nvSpPr>
        <p:spPr/>
        <p:txBody>
          <a:bodyPr/>
          <a:lstStyle/>
          <a:p>
            <a:fld id="{BD633929-5732-4768-A566-02BB54AFCE80}" type="datetimeFigureOut">
              <a:rPr lang="en-IN" smtClean="0"/>
              <a:t>13-03-2026</a:t>
            </a:fld>
            <a:endParaRPr lang="en-IN"/>
          </a:p>
        </p:txBody>
      </p:sp>
      <p:sp>
        <p:nvSpPr>
          <p:cNvPr id="5" name="Footer Placeholder 4">
            <a:extLst>
              <a:ext uri="{FF2B5EF4-FFF2-40B4-BE49-F238E27FC236}">
                <a16:creationId xmlns:a16="http://schemas.microsoft.com/office/drawing/2014/main" id="{81766429-2BAC-B659-E990-4A819C06AF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608C86-6D73-FC6B-6E82-944ED28BCFA8}"/>
              </a:ext>
            </a:extLst>
          </p:cNvPr>
          <p:cNvSpPr>
            <a:spLocks noGrp="1"/>
          </p:cNvSpPr>
          <p:nvPr>
            <p:ph type="sldNum" sz="quarter" idx="12"/>
          </p:nvPr>
        </p:nvSpPr>
        <p:spPr/>
        <p:txBody>
          <a:bodyPr/>
          <a:lstStyle/>
          <a:p>
            <a:fld id="{B7D5937C-4F79-4A27-B43A-D31714B86A0D}" type="slidenum">
              <a:rPr lang="en-IN" smtClean="0"/>
              <a:t>‹#›</a:t>
            </a:fld>
            <a:endParaRPr lang="en-IN"/>
          </a:p>
        </p:txBody>
      </p:sp>
    </p:spTree>
    <p:extLst>
      <p:ext uri="{BB962C8B-B14F-4D97-AF65-F5344CB8AC3E}">
        <p14:creationId xmlns:p14="http://schemas.microsoft.com/office/powerpoint/2010/main" val="4172423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A4E01B-7D0A-D81B-2F2E-0CDDF57E4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7ACB72-9967-631F-0601-8A5179971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0DEEF9-DF32-F8EE-CB4C-AEECE09F3A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633929-5732-4768-A566-02BB54AFCE80}" type="datetimeFigureOut">
              <a:rPr lang="en-IN" smtClean="0"/>
              <a:t>13-03-2026</a:t>
            </a:fld>
            <a:endParaRPr lang="en-IN"/>
          </a:p>
        </p:txBody>
      </p:sp>
      <p:sp>
        <p:nvSpPr>
          <p:cNvPr id="5" name="Footer Placeholder 4">
            <a:extLst>
              <a:ext uri="{FF2B5EF4-FFF2-40B4-BE49-F238E27FC236}">
                <a16:creationId xmlns:a16="http://schemas.microsoft.com/office/drawing/2014/main" id="{17F416DF-8635-F59C-1EEC-06EB886C0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7D3A302-428B-4A17-2AF6-2012CB38C4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D5937C-4F79-4A27-B43A-D31714B86A0D}" type="slidenum">
              <a:rPr lang="en-IN" smtClean="0"/>
              <a:t>‹#›</a:t>
            </a:fld>
            <a:endParaRPr lang="en-IN"/>
          </a:p>
        </p:txBody>
      </p:sp>
    </p:spTree>
    <p:extLst>
      <p:ext uri="{BB962C8B-B14F-4D97-AF65-F5344CB8AC3E}">
        <p14:creationId xmlns:p14="http://schemas.microsoft.com/office/powerpoint/2010/main" val="3346745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C1A4F-6C6F-A6F8-C549-BE6EEE2A13C3}"/>
              </a:ext>
            </a:extLst>
          </p:cNvPr>
          <p:cNvSpPr>
            <a:spLocks noGrp="1"/>
          </p:cNvSpPr>
          <p:nvPr>
            <p:ph type="ctrTitle"/>
          </p:nvPr>
        </p:nvSpPr>
        <p:spPr/>
        <p:txBody>
          <a:bodyPr/>
          <a:lstStyle/>
          <a:p>
            <a:r>
              <a:rPr lang="en-IN" dirty="0"/>
              <a:t>Virtualization in Cloud Computing </a:t>
            </a:r>
          </a:p>
        </p:txBody>
      </p:sp>
      <p:sp>
        <p:nvSpPr>
          <p:cNvPr id="3" name="Subtitle 2">
            <a:extLst>
              <a:ext uri="{FF2B5EF4-FFF2-40B4-BE49-F238E27FC236}">
                <a16:creationId xmlns:a16="http://schemas.microsoft.com/office/drawing/2014/main" id="{A4585177-6199-23CE-8DD5-623AAE57C3FA}"/>
              </a:ext>
            </a:extLst>
          </p:cNvPr>
          <p:cNvSpPr>
            <a:spLocks noGrp="1"/>
          </p:cNvSpPr>
          <p:nvPr>
            <p:ph type="subTitle" idx="1"/>
          </p:nvPr>
        </p:nvSpPr>
        <p:spPr/>
        <p:txBody>
          <a:bodyPr/>
          <a:lstStyle/>
          <a:p>
            <a:r>
              <a:rPr lang="en-US" dirty="0"/>
              <a:t>Unit III</a:t>
            </a:r>
            <a:endParaRPr lang="en-IN" dirty="0"/>
          </a:p>
        </p:txBody>
      </p:sp>
    </p:spTree>
    <p:extLst>
      <p:ext uri="{BB962C8B-B14F-4D97-AF65-F5344CB8AC3E}">
        <p14:creationId xmlns:p14="http://schemas.microsoft.com/office/powerpoint/2010/main" val="2193537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1FD0B-5337-79BF-3F45-9CF7F744E7D1}"/>
              </a:ext>
            </a:extLst>
          </p:cNvPr>
          <p:cNvSpPr>
            <a:spLocks noGrp="1"/>
          </p:cNvSpPr>
          <p:nvPr>
            <p:ph type="title"/>
          </p:nvPr>
        </p:nvSpPr>
        <p:spPr>
          <a:xfrm>
            <a:off x="809501" y="281998"/>
            <a:ext cx="10515600" cy="1325563"/>
          </a:xfrm>
        </p:spPr>
        <p:txBody>
          <a:bodyPr/>
          <a:lstStyle/>
          <a:p>
            <a:r>
              <a:rPr lang="en-US" b="1" dirty="0"/>
              <a:t>Virtual Clustering</a:t>
            </a:r>
            <a:endParaRPr lang="en-IN" b="1" dirty="0"/>
          </a:p>
        </p:txBody>
      </p:sp>
      <p:sp>
        <p:nvSpPr>
          <p:cNvPr id="3" name="Content Placeholder 2">
            <a:extLst>
              <a:ext uri="{FF2B5EF4-FFF2-40B4-BE49-F238E27FC236}">
                <a16:creationId xmlns:a16="http://schemas.microsoft.com/office/drawing/2014/main" id="{CCC46C30-CA63-5CEB-E674-A1F503CCE3F1}"/>
              </a:ext>
            </a:extLst>
          </p:cNvPr>
          <p:cNvSpPr>
            <a:spLocks noGrp="1"/>
          </p:cNvSpPr>
          <p:nvPr>
            <p:ph idx="1"/>
          </p:nvPr>
        </p:nvSpPr>
        <p:spPr/>
        <p:txBody>
          <a:bodyPr/>
          <a:lstStyle/>
          <a:p>
            <a:r>
              <a:rPr lang="en-US" b="1" dirty="0"/>
              <a:t>Virtual Cluster</a:t>
            </a:r>
            <a:r>
              <a:rPr lang="en-US" dirty="0"/>
              <a:t> is an collection of Virtual Machines (VMs) are networked together to function as a single logical computing resource, despite being hosted on diverse physical nodes.</a:t>
            </a:r>
          </a:p>
          <a:p>
            <a:r>
              <a:rPr lang="en-US" dirty="0"/>
              <a:t>Physical cluster consists of interconnected standalone servers</a:t>
            </a:r>
          </a:p>
          <a:p>
            <a:r>
              <a:rPr lang="en-US" dirty="0"/>
              <a:t>Virtual cluster is </a:t>
            </a:r>
            <a:r>
              <a:rPr lang="en-US" b="1" dirty="0"/>
              <a:t>dynamic</a:t>
            </a:r>
            <a:r>
              <a:rPr lang="en-US" dirty="0"/>
              <a:t>—it can span across multiple physical hosts or be consolidated within one</a:t>
            </a:r>
            <a:endParaRPr lang="en-IN" dirty="0"/>
          </a:p>
        </p:txBody>
      </p:sp>
    </p:spTree>
    <p:extLst>
      <p:ext uri="{BB962C8B-B14F-4D97-AF65-F5344CB8AC3E}">
        <p14:creationId xmlns:p14="http://schemas.microsoft.com/office/powerpoint/2010/main" val="1856013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EB7AA-8C77-3B30-3A6F-10833988E633}"/>
              </a:ext>
            </a:extLst>
          </p:cNvPr>
          <p:cNvSpPr>
            <a:spLocks noGrp="1"/>
          </p:cNvSpPr>
          <p:nvPr>
            <p:ph type="title"/>
          </p:nvPr>
        </p:nvSpPr>
        <p:spPr/>
        <p:txBody>
          <a:bodyPr/>
          <a:lstStyle/>
          <a:p>
            <a:r>
              <a:rPr lang="en-US" b="1" dirty="0"/>
              <a:t>Virtual Clustering</a:t>
            </a:r>
            <a:endParaRPr lang="en-IN" dirty="0"/>
          </a:p>
        </p:txBody>
      </p:sp>
      <p:pic>
        <p:nvPicPr>
          <p:cNvPr id="5" name="Content Placeholder 4">
            <a:extLst>
              <a:ext uri="{FF2B5EF4-FFF2-40B4-BE49-F238E27FC236}">
                <a16:creationId xmlns:a16="http://schemas.microsoft.com/office/drawing/2014/main" id="{A5EB3A4F-9F0D-7221-C135-F53C122C0AB2}"/>
              </a:ext>
            </a:extLst>
          </p:cNvPr>
          <p:cNvPicPr>
            <a:picLocks noGrp="1" noChangeAspect="1"/>
          </p:cNvPicPr>
          <p:nvPr>
            <p:ph idx="1"/>
          </p:nvPr>
        </p:nvPicPr>
        <p:blipFill>
          <a:blip r:embed="rId2"/>
          <a:stretch>
            <a:fillRect/>
          </a:stretch>
        </p:blipFill>
        <p:spPr>
          <a:xfrm>
            <a:off x="1282535" y="1690688"/>
            <a:ext cx="9535885" cy="4900117"/>
          </a:xfrm>
          <a:prstGeom prst="rect">
            <a:avLst/>
          </a:prstGeom>
        </p:spPr>
      </p:pic>
    </p:spTree>
    <p:extLst>
      <p:ext uri="{BB962C8B-B14F-4D97-AF65-F5344CB8AC3E}">
        <p14:creationId xmlns:p14="http://schemas.microsoft.com/office/powerpoint/2010/main" val="1069327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BD7B-3ABB-6E35-A2D1-ABD09B48993E}"/>
              </a:ext>
            </a:extLst>
          </p:cNvPr>
          <p:cNvSpPr>
            <a:spLocks noGrp="1"/>
          </p:cNvSpPr>
          <p:nvPr>
            <p:ph type="title"/>
          </p:nvPr>
        </p:nvSpPr>
        <p:spPr>
          <a:xfrm>
            <a:off x="838200" y="127618"/>
            <a:ext cx="10515600" cy="1325563"/>
          </a:xfrm>
        </p:spPr>
        <p:txBody>
          <a:bodyPr/>
          <a:lstStyle/>
          <a:p>
            <a:r>
              <a:rPr lang="en-US" b="1" dirty="0"/>
              <a:t>Core Characteristics of a Virtual Cluster</a:t>
            </a:r>
            <a:endParaRPr lang="en-IN" b="1" dirty="0"/>
          </a:p>
        </p:txBody>
      </p:sp>
      <p:sp>
        <p:nvSpPr>
          <p:cNvPr id="3" name="Content Placeholder 2">
            <a:extLst>
              <a:ext uri="{FF2B5EF4-FFF2-40B4-BE49-F238E27FC236}">
                <a16:creationId xmlns:a16="http://schemas.microsoft.com/office/drawing/2014/main" id="{2E86EA9B-C102-4B2D-E209-A3F8E5D3DDCF}"/>
              </a:ext>
            </a:extLst>
          </p:cNvPr>
          <p:cNvSpPr>
            <a:spLocks noGrp="1"/>
          </p:cNvSpPr>
          <p:nvPr>
            <p:ph idx="1"/>
          </p:nvPr>
        </p:nvSpPr>
        <p:spPr>
          <a:xfrm>
            <a:off x="838200" y="1453182"/>
            <a:ext cx="10515600" cy="5277200"/>
          </a:xfrm>
        </p:spPr>
        <p:txBody>
          <a:bodyPr>
            <a:normAutofit fontScale="77500" lnSpcReduction="20000"/>
          </a:bodyPr>
          <a:lstStyle/>
          <a:p>
            <a:r>
              <a:rPr lang="en-IN" b="1" dirty="0"/>
              <a:t>Node Abstraction : </a:t>
            </a:r>
            <a:r>
              <a:rPr lang="en-US" dirty="0"/>
              <a:t>Each node in the cluster is a VM allowing cluster to run different Operating Systems on the same physical infrastructure.</a:t>
            </a:r>
          </a:p>
          <a:p>
            <a:pPr marL="0" indent="0">
              <a:buNone/>
            </a:pPr>
            <a:endParaRPr lang="en-IN" b="1" dirty="0"/>
          </a:p>
          <a:p>
            <a:r>
              <a:rPr lang="en-IN" b="1" dirty="0"/>
              <a:t>Dynamic Connectivity: </a:t>
            </a:r>
            <a:r>
              <a:rPr lang="en-US" dirty="0"/>
              <a:t>"interconnect" between nodes is a Virtual LAN (VLAN) or a virtual switch meaning the network topology can be reconfigured through software without using single cable</a:t>
            </a:r>
          </a:p>
          <a:p>
            <a:pPr marL="0" indent="0">
              <a:buNone/>
            </a:pPr>
            <a:endParaRPr lang="en-IN" b="1" dirty="0"/>
          </a:p>
          <a:p>
            <a:r>
              <a:rPr lang="en-IN" b="1" dirty="0"/>
              <a:t>Resource Isolation: </a:t>
            </a:r>
            <a:r>
              <a:rPr lang="en-IN" dirty="0"/>
              <a:t>When </a:t>
            </a:r>
            <a:r>
              <a:rPr lang="en-US" dirty="0"/>
              <a:t>multiple virtual clusters share the same physical server, the VMM (Hypervisor) ensures that a memory leak or CPU spike in one cluster does not affect another cluster.</a:t>
            </a:r>
          </a:p>
          <a:p>
            <a:pPr marL="0" indent="0">
              <a:buNone/>
            </a:pPr>
            <a:endParaRPr lang="en-IN" dirty="0"/>
          </a:p>
          <a:p>
            <a:r>
              <a:rPr lang="en-IN" b="1" dirty="0"/>
              <a:t>Elasticity: </a:t>
            </a:r>
            <a:r>
              <a:rPr lang="en-US" dirty="0"/>
              <a:t>Nodes can be added to or removed from the cluster instantly (Live Provisioning) to handle fluctuating application demands.</a:t>
            </a:r>
          </a:p>
          <a:p>
            <a:pPr marL="0" indent="0">
              <a:buNone/>
            </a:pPr>
            <a:endParaRPr lang="en-US" dirty="0"/>
          </a:p>
          <a:p>
            <a:r>
              <a:rPr lang="en-US" b="1" dirty="0"/>
              <a:t>Shared Storage:</a:t>
            </a:r>
            <a:r>
              <a:rPr lang="en-US" dirty="0"/>
              <a:t> For a cluster to be effective (especially for failover), all VMs must usually point to a common storage backend, such as a </a:t>
            </a:r>
            <a:r>
              <a:rPr lang="en-US" b="1" dirty="0"/>
              <a:t>Storage Area Network (SAN)</a:t>
            </a:r>
            <a:r>
              <a:rPr lang="en-US" dirty="0"/>
              <a:t> or </a:t>
            </a:r>
            <a:r>
              <a:rPr lang="en-US" b="1" dirty="0"/>
              <a:t>Network Attached Storage (NAS)</a:t>
            </a:r>
            <a:r>
              <a:rPr lang="en-US" dirty="0"/>
              <a:t>.</a:t>
            </a:r>
            <a:endParaRPr lang="en-IN" b="1" dirty="0"/>
          </a:p>
        </p:txBody>
      </p:sp>
    </p:spTree>
    <p:extLst>
      <p:ext uri="{BB962C8B-B14F-4D97-AF65-F5344CB8AC3E}">
        <p14:creationId xmlns:p14="http://schemas.microsoft.com/office/powerpoint/2010/main" val="1093894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5FF62-FDAB-6CDE-9966-6E0F6A05E440}"/>
              </a:ext>
            </a:extLst>
          </p:cNvPr>
          <p:cNvSpPr>
            <a:spLocks noGrp="1"/>
          </p:cNvSpPr>
          <p:nvPr>
            <p:ph type="title"/>
          </p:nvPr>
        </p:nvSpPr>
        <p:spPr/>
        <p:txBody>
          <a:bodyPr/>
          <a:lstStyle/>
          <a:p>
            <a:r>
              <a:rPr lang="en-IN" b="1" dirty="0"/>
              <a:t>Deployment Models</a:t>
            </a:r>
          </a:p>
        </p:txBody>
      </p:sp>
      <p:sp>
        <p:nvSpPr>
          <p:cNvPr id="3" name="Content Placeholder 2">
            <a:extLst>
              <a:ext uri="{FF2B5EF4-FFF2-40B4-BE49-F238E27FC236}">
                <a16:creationId xmlns:a16="http://schemas.microsoft.com/office/drawing/2014/main" id="{206F744F-3EB4-0CEA-E6C3-EAC19F00662A}"/>
              </a:ext>
            </a:extLst>
          </p:cNvPr>
          <p:cNvSpPr>
            <a:spLocks noGrp="1"/>
          </p:cNvSpPr>
          <p:nvPr>
            <p:ph idx="1"/>
          </p:nvPr>
        </p:nvSpPr>
        <p:spPr/>
        <p:txBody>
          <a:bodyPr/>
          <a:lstStyle/>
          <a:p>
            <a:r>
              <a:rPr lang="en-US" dirty="0"/>
              <a:t>Based on how clusters interact with the physical hardware:</a:t>
            </a:r>
          </a:p>
          <a:p>
            <a:pPr marL="0" indent="0">
              <a:buNone/>
            </a:pPr>
            <a:endParaRPr lang="en-US" dirty="0"/>
          </a:p>
          <a:p>
            <a:pPr lvl="1"/>
            <a:r>
              <a:rPr lang="en-US" b="1" dirty="0"/>
              <a:t>Single-Host Cluster:</a:t>
            </a:r>
            <a:r>
              <a:rPr lang="en-US" dirty="0"/>
              <a:t> All virtual nodes reside on one powerful physical server, mostly used for testing or small-scale development.</a:t>
            </a:r>
          </a:p>
          <a:p>
            <a:pPr lvl="1"/>
            <a:endParaRPr lang="en-US" dirty="0"/>
          </a:p>
          <a:p>
            <a:pPr lvl="1"/>
            <a:r>
              <a:rPr lang="en-US" b="1" dirty="0"/>
              <a:t>Multi-Host (Distributed) Cluster:</a:t>
            </a:r>
            <a:r>
              <a:rPr lang="en-US" dirty="0"/>
              <a:t> Virtual nodes are spread across several physical servers, providing </a:t>
            </a:r>
            <a:r>
              <a:rPr lang="en-US" b="1" dirty="0"/>
              <a:t>High Availability (HA).                               </a:t>
            </a:r>
            <a:r>
              <a:rPr lang="en-US" dirty="0"/>
              <a:t> If one physical server fails, only a fraction of the virtual cluster's nodes go down, and they can often be restarted on a different host.</a:t>
            </a:r>
          </a:p>
          <a:p>
            <a:endParaRPr lang="en-IN" dirty="0"/>
          </a:p>
        </p:txBody>
      </p:sp>
    </p:spTree>
    <p:extLst>
      <p:ext uri="{BB962C8B-B14F-4D97-AF65-F5344CB8AC3E}">
        <p14:creationId xmlns:p14="http://schemas.microsoft.com/office/powerpoint/2010/main" val="867531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B879D-F120-3DCE-E886-D65A83CCAB14}"/>
              </a:ext>
            </a:extLst>
          </p:cNvPr>
          <p:cNvSpPr>
            <a:spLocks noGrp="1"/>
          </p:cNvSpPr>
          <p:nvPr>
            <p:ph type="title"/>
          </p:nvPr>
        </p:nvSpPr>
        <p:spPr/>
        <p:txBody>
          <a:bodyPr/>
          <a:lstStyle/>
          <a:p>
            <a:r>
              <a:rPr lang="en-US" b="1" dirty="0"/>
              <a:t>Virtual Clustering in Enterprise Context</a:t>
            </a:r>
            <a:endParaRPr lang="en-IN" b="1" dirty="0"/>
          </a:p>
        </p:txBody>
      </p:sp>
      <p:sp>
        <p:nvSpPr>
          <p:cNvPr id="3" name="Content Placeholder 2">
            <a:extLst>
              <a:ext uri="{FF2B5EF4-FFF2-40B4-BE49-F238E27FC236}">
                <a16:creationId xmlns:a16="http://schemas.microsoft.com/office/drawing/2014/main" id="{642F8245-C77A-7A07-353B-5DBA06DC4806}"/>
              </a:ext>
            </a:extLst>
          </p:cNvPr>
          <p:cNvSpPr>
            <a:spLocks noGrp="1"/>
          </p:cNvSpPr>
          <p:nvPr>
            <p:ph idx="1"/>
          </p:nvPr>
        </p:nvSpPr>
        <p:spPr>
          <a:xfrm>
            <a:off x="838200" y="1825625"/>
            <a:ext cx="10515600" cy="4667250"/>
          </a:xfrm>
        </p:spPr>
        <p:txBody>
          <a:bodyPr>
            <a:normAutofit fontScale="85000" lnSpcReduction="20000"/>
          </a:bodyPr>
          <a:lstStyle/>
          <a:p>
            <a:r>
              <a:rPr lang="en-US" b="1" dirty="0"/>
              <a:t>Load Balancing:</a:t>
            </a:r>
            <a:r>
              <a:rPr lang="en-US" dirty="0"/>
              <a:t> Virtual clusters are often used behind a load balancer to handle web traffic. As traffic increases, the system automatically adds more VM "clones" to the cluster</a:t>
            </a:r>
          </a:p>
          <a:p>
            <a:pPr marL="0" indent="0">
              <a:buNone/>
            </a:pPr>
            <a:endParaRPr lang="en-US" dirty="0"/>
          </a:p>
          <a:p>
            <a:r>
              <a:rPr lang="en-US" b="1" dirty="0"/>
              <a:t>High Availability (HA):</a:t>
            </a:r>
            <a:r>
              <a:rPr lang="en-US" dirty="0"/>
              <a:t> If a physical host fails, the virtual cluster detects the loss of those VMs and automatically restarts them on healthy physical hosts, maintaining the "quorum" of the cluster.</a:t>
            </a:r>
          </a:p>
          <a:p>
            <a:pPr marL="0" indent="0">
              <a:buNone/>
            </a:pPr>
            <a:endParaRPr lang="en-US" dirty="0"/>
          </a:p>
          <a:p>
            <a:r>
              <a:rPr lang="en-US" b="1" dirty="0"/>
              <a:t>Cost Efficiency:</a:t>
            </a:r>
            <a:r>
              <a:rPr lang="en-US" dirty="0"/>
              <a:t> By "packing" virtual cluster nodes onto fewer physical machines, enterprises achieve higher hardware utilization rates.</a:t>
            </a:r>
          </a:p>
          <a:p>
            <a:pPr marL="0" indent="0">
              <a:buNone/>
            </a:pPr>
            <a:endParaRPr lang="en-US" dirty="0"/>
          </a:p>
          <a:p>
            <a:r>
              <a:rPr lang="en-US" b="1" dirty="0"/>
              <a:t>Distributed File Systems:</a:t>
            </a:r>
            <a:r>
              <a:rPr lang="en-US" dirty="0"/>
              <a:t> These allow all VMs in the cluster to access the same data set simultaneously, ensuring that no matter which VM processes the request, the data is consistent.</a:t>
            </a:r>
            <a:endParaRPr lang="en-IN" dirty="0"/>
          </a:p>
        </p:txBody>
      </p:sp>
    </p:spTree>
    <p:extLst>
      <p:ext uri="{BB962C8B-B14F-4D97-AF65-F5344CB8AC3E}">
        <p14:creationId xmlns:p14="http://schemas.microsoft.com/office/powerpoint/2010/main" val="2713579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C7A0E-F14D-9892-DE80-8DA0F84314DC}"/>
              </a:ext>
            </a:extLst>
          </p:cNvPr>
          <p:cNvSpPr>
            <a:spLocks noGrp="1"/>
          </p:cNvSpPr>
          <p:nvPr>
            <p:ph type="title"/>
          </p:nvPr>
        </p:nvSpPr>
        <p:spPr>
          <a:xfrm>
            <a:off x="838200" y="258247"/>
            <a:ext cx="10515600" cy="1325563"/>
          </a:xfrm>
        </p:spPr>
        <p:txBody>
          <a:bodyPr/>
          <a:lstStyle/>
          <a:p>
            <a:r>
              <a:rPr lang="en-IN" b="1" dirty="0"/>
              <a:t>Pitfalls of Virtualization</a:t>
            </a:r>
          </a:p>
        </p:txBody>
      </p:sp>
      <p:sp>
        <p:nvSpPr>
          <p:cNvPr id="3" name="Content Placeholder 2">
            <a:extLst>
              <a:ext uri="{FF2B5EF4-FFF2-40B4-BE49-F238E27FC236}">
                <a16:creationId xmlns:a16="http://schemas.microsoft.com/office/drawing/2014/main" id="{DC6F2533-7D94-37AB-3D0A-4FA13DAB4540}"/>
              </a:ext>
            </a:extLst>
          </p:cNvPr>
          <p:cNvSpPr>
            <a:spLocks noGrp="1"/>
          </p:cNvSpPr>
          <p:nvPr>
            <p:ph idx="1"/>
          </p:nvPr>
        </p:nvSpPr>
        <p:spPr>
          <a:xfrm>
            <a:off x="838200" y="1757548"/>
            <a:ext cx="10515600" cy="4702629"/>
          </a:xfrm>
        </p:spPr>
        <p:txBody>
          <a:bodyPr>
            <a:normAutofit fontScale="92500" lnSpcReduction="10000"/>
          </a:bodyPr>
          <a:lstStyle/>
          <a:p>
            <a:r>
              <a:rPr lang="en-US" dirty="0"/>
              <a:t>Capacity and costs fail to meet expectations.</a:t>
            </a:r>
          </a:p>
          <a:p>
            <a:pPr marL="0" indent="0">
              <a:buNone/>
            </a:pPr>
            <a:endParaRPr lang="en-US" dirty="0"/>
          </a:p>
          <a:p>
            <a:r>
              <a:rPr lang="en-US" dirty="0"/>
              <a:t>Application fails to run (or fails to run adequately) in a virtual environment.</a:t>
            </a:r>
          </a:p>
          <a:p>
            <a:pPr marL="0" indent="0">
              <a:buNone/>
            </a:pPr>
            <a:endParaRPr lang="en-US" dirty="0"/>
          </a:p>
          <a:p>
            <a:r>
              <a:rPr lang="en-US" dirty="0"/>
              <a:t>Licensing cost increase and some software is not supported. </a:t>
            </a:r>
          </a:p>
          <a:p>
            <a:pPr marL="0" indent="0">
              <a:buNone/>
            </a:pPr>
            <a:endParaRPr lang="en-US" dirty="0"/>
          </a:p>
          <a:p>
            <a:r>
              <a:rPr lang="en-US" dirty="0"/>
              <a:t>Managers, executives, users and other “server huggers” resist virtualization.</a:t>
            </a:r>
          </a:p>
          <a:p>
            <a:pPr marL="0" indent="0">
              <a:buNone/>
            </a:pPr>
            <a:endParaRPr lang="en-US" dirty="0"/>
          </a:p>
          <a:p>
            <a:r>
              <a:rPr lang="en-US" dirty="0"/>
              <a:t>Virtualization exposes unforeseen security risks. </a:t>
            </a:r>
            <a:endParaRPr lang="en-IN" dirty="0"/>
          </a:p>
        </p:txBody>
      </p:sp>
    </p:spTree>
    <p:extLst>
      <p:ext uri="{BB962C8B-B14F-4D97-AF65-F5344CB8AC3E}">
        <p14:creationId xmlns:p14="http://schemas.microsoft.com/office/powerpoint/2010/main" val="2560720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426C3-1B44-850F-1617-599FF3310427}"/>
              </a:ext>
            </a:extLst>
          </p:cNvPr>
          <p:cNvSpPr>
            <a:spLocks noGrp="1"/>
          </p:cNvSpPr>
          <p:nvPr>
            <p:ph type="title"/>
          </p:nvPr>
        </p:nvSpPr>
        <p:spPr/>
        <p:txBody>
          <a:bodyPr/>
          <a:lstStyle/>
          <a:p>
            <a:r>
              <a:rPr lang="en-US" dirty="0"/>
              <a:t>What are Applications of virtual clustering on enterprise level?</a:t>
            </a:r>
            <a:endParaRPr lang="en-IN" dirty="0"/>
          </a:p>
        </p:txBody>
      </p:sp>
      <p:sp>
        <p:nvSpPr>
          <p:cNvPr id="3" name="Content Placeholder 2">
            <a:extLst>
              <a:ext uri="{FF2B5EF4-FFF2-40B4-BE49-F238E27FC236}">
                <a16:creationId xmlns:a16="http://schemas.microsoft.com/office/drawing/2014/main" id="{FE461075-E3E2-B22D-FD25-FC81B7F69C9C}"/>
              </a:ext>
            </a:extLst>
          </p:cNvPr>
          <p:cNvSpPr>
            <a:spLocks noGrp="1"/>
          </p:cNvSpPr>
          <p:nvPr>
            <p:ph idx="1"/>
          </p:nvPr>
        </p:nvSpPr>
        <p:spPr/>
        <p:txBody>
          <a:bodyPr/>
          <a:lstStyle/>
          <a:p>
            <a:r>
              <a:rPr lang="en-US" dirty="0"/>
              <a:t>A scenario based case study on virtual cluster</a:t>
            </a:r>
            <a:endParaRPr lang="en-IN" dirty="0"/>
          </a:p>
        </p:txBody>
      </p:sp>
    </p:spTree>
    <p:extLst>
      <p:ext uri="{BB962C8B-B14F-4D97-AF65-F5344CB8AC3E}">
        <p14:creationId xmlns:p14="http://schemas.microsoft.com/office/powerpoint/2010/main" val="977697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423A-C5F9-DDE5-7B18-5463328508FF}"/>
              </a:ext>
            </a:extLst>
          </p:cNvPr>
          <p:cNvSpPr>
            <a:spLocks noGrp="1"/>
          </p:cNvSpPr>
          <p:nvPr>
            <p:ph type="title"/>
          </p:nvPr>
        </p:nvSpPr>
        <p:spPr/>
        <p:txBody>
          <a:bodyPr/>
          <a:lstStyle/>
          <a:p>
            <a:r>
              <a:rPr lang="en-US" b="1" dirty="0"/>
              <a:t>What is Virtualization in Grid Computing?</a:t>
            </a:r>
            <a:endParaRPr lang="en-IN" b="1" dirty="0"/>
          </a:p>
        </p:txBody>
      </p:sp>
      <p:sp>
        <p:nvSpPr>
          <p:cNvPr id="3" name="Content Placeholder 2">
            <a:extLst>
              <a:ext uri="{FF2B5EF4-FFF2-40B4-BE49-F238E27FC236}">
                <a16:creationId xmlns:a16="http://schemas.microsoft.com/office/drawing/2014/main" id="{FD1BDE66-B824-BCA6-AE4E-70949F9DBFE8}"/>
              </a:ext>
            </a:extLst>
          </p:cNvPr>
          <p:cNvSpPr>
            <a:spLocks noGrp="1"/>
          </p:cNvSpPr>
          <p:nvPr>
            <p:ph idx="1"/>
          </p:nvPr>
        </p:nvSpPr>
        <p:spPr>
          <a:xfrm>
            <a:off x="838200" y="1690688"/>
            <a:ext cx="10515600" cy="5054496"/>
          </a:xfrm>
        </p:spPr>
        <p:txBody>
          <a:bodyPr>
            <a:normAutofit fontScale="92500" lnSpcReduction="20000"/>
          </a:bodyPr>
          <a:lstStyle/>
          <a:p>
            <a:r>
              <a:rPr lang="en-US" b="1" dirty="0"/>
              <a:t>Grid computing</a:t>
            </a:r>
            <a:r>
              <a:rPr lang="en-US" dirty="0"/>
              <a:t>—which involves connecting geographically distributed, heterogeneous, and often autonomous computing resources to act as a single, massive virtual computer.</a:t>
            </a:r>
          </a:p>
          <a:p>
            <a:r>
              <a:rPr lang="en-US" b="1" dirty="0"/>
              <a:t>Virtualization </a:t>
            </a:r>
            <a:r>
              <a:rPr lang="en-US" dirty="0"/>
              <a:t>acts as the critical glue that makes this complex system usable and efficient.</a:t>
            </a:r>
          </a:p>
          <a:p>
            <a:r>
              <a:rPr lang="en-US" dirty="0"/>
              <a:t>Without virtualization, a grid is essentially a loose collection of different hardware, operating systems, and network configurations that are difficult to manage together.</a:t>
            </a:r>
          </a:p>
          <a:p>
            <a:r>
              <a:rPr lang="en-US" dirty="0"/>
              <a:t>Instead of an application having to be "tuned" for a specific machine in a specific lab, it runs within a standardized </a:t>
            </a:r>
            <a:r>
              <a:rPr lang="en-US" b="1" dirty="0"/>
              <a:t>Virtual Workspace</a:t>
            </a:r>
            <a:r>
              <a:rPr lang="en-US" dirty="0"/>
              <a:t> or </a:t>
            </a:r>
            <a:r>
              <a:rPr lang="en-US" b="1" dirty="0"/>
              <a:t>Virtual Machine (VM)</a:t>
            </a:r>
            <a:r>
              <a:rPr lang="en-US" dirty="0"/>
              <a:t>.</a:t>
            </a:r>
          </a:p>
          <a:p>
            <a:r>
              <a:rPr lang="en-US" dirty="0"/>
              <a:t>In a grid, this means a user can submit a job, and the grid middleware (the management software) can instantiate a standardized virtual environment on whatever remote physical resource is available, regardless of that machine’s native configuration.</a:t>
            </a:r>
          </a:p>
          <a:p>
            <a:endParaRPr lang="en-IN" dirty="0"/>
          </a:p>
        </p:txBody>
      </p:sp>
    </p:spTree>
    <p:extLst>
      <p:ext uri="{BB962C8B-B14F-4D97-AF65-F5344CB8AC3E}">
        <p14:creationId xmlns:p14="http://schemas.microsoft.com/office/powerpoint/2010/main" val="659642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D8BEC-7983-F74D-FDF0-AE968F180E14}"/>
              </a:ext>
            </a:extLst>
          </p:cNvPr>
          <p:cNvSpPr>
            <a:spLocks noGrp="1"/>
          </p:cNvSpPr>
          <p:nvPr>
            <p:ph type="title"/>
          </p:nvPr>
        </p:nvSpPr>
        <p:spPr/>
        <p:txBody>
          <a:bodyPr/>
          <a:lstStyle/>
          <a:p>
            <a:r>
              <a:rPr lang="en-US" b="1" dirty="0"/>
              <a:t>How Virtualization Powers the Grid?</a:t>
            </a:r>
            <a:endParaRPr lang="en-IN" b="1" dirty="0"/>
          </a:p>
        </p:txBody>
      </p:sp>
      <p:sp>
        <p:nvSpPr>
          <p:cNvPr id="3" name="Content Placeholder 2">
            <a:extLst>
              <a:ext uri="{FF2B5EF4-FFF2-40B4-BE49-F238E27FC236}">
                <a16:creationId xmlns:a16="http://schemas.microsoft.com/office/drawing/2014/main" id="{ECD8C896-435E-AAEA-8680-E086A1B6914F}"/>
              </a:ext>
            </a:extLst>
          </p:cNvPr>
          <p:cNvSpPr>
            <a:spLocks noGrp="1"/>
          </p:cNvSpPr>
          <p:nvPr>
            <p:ph idx="1"/>
          </p:nvPr>
        </p:nvSpPr>
        <p:spPr>
          <a:xfrm>
            <a:off x="838200" y="1825625"/>
            <a:ext cx="10515600" cy="4667250"/>
          </a:xfrm>
        </p:spPr>
        <p:txBody>
          <a:bodyPr>
            <a:normAutofit fontScale="85000" lnSpcReduction="20000"/>
          </a:bodyPr>
          <a:lstStyle/>
          <a:p>
            <a:r>
              <a:rPr lang="en-US" b="1" dirty="0"/>
              <a:t>Encapsulation of Environments:</a:t>
            </a:r>
            <a:r>
              <a:rPr lang="en-US" dirty="0"/>
              <a:t> A grid user can package their entire software stack (the OS, libraries, and application) into a single virtual image. This ensures that the application runs exactly the same way on a server in one country as it does on one in another.</a:t>
            </a:r>
          </a:p>
          <a:p>
            <a:r>
              <a:rPr lang="en-US" b="1" dirty="0"/>
              <a:t>Resource Pooling &amp; Abstraction:</a:t>
            </a:r>
            <a:r>
              <a:rPr lang="en-US" dirty="0"/>
              <a:t> Virtualization allows grid providers to pool heterogeneous physical resources (servers, storage, and networking) and present them as a uniform set of logical, virtual resources.</a:t>
            </a:r>
          </a:p>
          <a:p>
            <a:r>
              <a:rPr lang="en-US" b="1" dirty="0"/>
              <a:t>Dynamic Provisioning:</a:t>
            </a:r>
            <a:r>
              <a:rPr lang="en-US" dirty="0"/>
              <a:t> Because virtual machines are essentially files, they can be moved, or shut down dynamically. If a grid node is overloaded, the system can migrate a running VM to another, less-busy node in the grid with minimal disruption (Live Migration).</a:t>
            </a:r>
          </a:p>
          <a:p>
            <a:r>
              <a:rPr lang="en-US" b="1" dirty="0"/>
              <a:t>Isolation &amp; Security:</a:t>
            </a:r>
            <a:r>
              <a:rPr lang="en-US" dirty="0"/>
              <a:t> In a grid, you are often running code from many different organizations on shared hardware. Virtualization ensures that if one VM crashes or is compromised, it does not affect other VMs or the host machine itself.</a:t>
            </a:r>
          </a:p>
          <a:p>
            <a:pPr marL="0" indent="0">
              <a:buNone/>
            </a:pPr>
            <a:endParaRPr lang="en-IN" dirty="0"/>
          </a:p>
        </p:txBody>
      </p:sp>
    </p:spTree>
    <p:extLst>
      <p:ext uri="{BB962C8B-B14F-4D97-AF65-F5344CB8AC3E}">
        <p14:creationId xmlns:p14="http://schemas.microsoft.com/office/powerpoint/2010/main" val="494526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2FECA-0948-9AA8-059E-E60E17286083}"/>
              </a:ext>
            </a:extLst>
          </p:cNvPr>
          <p:cNvSpPr>
            <a:spLocks noGrp="1"/>
          </p:cNvSpPr>
          <p:nvPr>
            <p:ph type="title"/>
          </p:nvPr>
        </p:nvSpPr>
        <p:spPr>
          <a:xfrm>
            <a:off x="838200" y="365125"/>
            <a:ext cx="10515600" cy="822407"/>
          </a:xfrm>
        </p:spPr>
        <p:txBody>
          <a:bodyPr/>
          <a:lstStyle/>
          <a:p>
            <a:r>
              <a:rPr lang="en-IN" b="1" dirty="0"/>
              <a:t>Key Benefits</a:t>
            </a:r>
            <a:endParaRPr lang="en-IN" dirty="0"/>
          </a:p>
        </p:txBody>
      </p:sp>
      <p:graphicFrame>
        <p:nvGraphicFramePr>
          <p:cNvPr id="4" name="Content Placeholder 3">
            <a:extLst>
              <a:ext uri="{FF2B5EF4-FFF2-40B4-BE49-F238E27FC236}">
                <a16:creationId xmlns:a16="http://schemas.microsoft.com/office/drawing/2014/main" id="{29614DBA-58B2-FA41-59D7-8EC77AA5D119}"/>
              </a:ext>
            </a:extLst>
          </p:cNvPr>
          <p:cNvGraphicFramePr>
            <a:graphicFrameLocks noGrp="1"/>
          </p:cNvGraphicFramePr>
          <p:nvPr>
            <p:ph idx="1"/>
            <p:extLst>
              <p:ext uri="{D42A27DB-BD31-4B8C-83A1-F6EECF244321}">
                <p14:modId xmlns:p14="http://schemas.microsoft.com/office/powerpoint/2010/main" val="813234499"/>
              </p:ext>
            </p:extLst>
          </p:nvPr>
        </p:nvGraphicFramePr>
        <p:xfrm>
          <a:off x="838200" y="1825624"/>
          <a:ext cx="10515600" cy="4210521"/>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042796665"/>
                    </a:ext>
                  </a:extLst>
                </a:gridCol>
                <a:gridCol w="5257800">
                  <a:extLst>
                    <a:ext uri="{9D8B030D-6E8A-4147-A177-3AD203B41FA5}">
                      <a16:colId xmlns:a16="http://schemas.microsoft.com/office/drawing/2014/main" val="2173769298"/>
                    </a:ext>
                  </a:extLst>
                </a:gridCol>
              </a:tblGrid>
              <a:tr h="793907">
                <a:tc>
                  <a:txBody>
                    <a:bodyPr/>
                    <a:lstStyle/>
                    <a:p>
                      <a:pPr>
                        <a:buNone/>
                      </a:pPr>
                      <a:r>
                        <a:rPr lang="en-IN" dirty="0"/>
                        <a:t>Benefit</a:t>
                      </a:r>
                    </a:p>
                  </a:txBody>
                  <a:tcPr anchor="ctr"/>
                </a:tc>
                <a:tc>
                  <a:txBody>
                    <a:bodyPr/>
                    <a:lstStyle/>
                    <a:p>
                      <a:pPr>
                        <a:buNone/>
                      </a:pPr>
                      <a:r>
                        <a:rPr lang="en-US"/>
                        <a:t>How it helps in Grid Computing</a:t>
                      </a:r>
                    </a:p>
                  </a:txBody>
                  <a:tcPr anchor="ctr"/>
                </a:tc>
                <a:extLst>
                  <a:ext uri="{0D108BD9-81ED-4DB2-BD59-A6C34878D82A}">
                    <a16:rowId xmlns:a16="http://schemas.microsoft.com/office/drawing/2014/main" val="2308813909"/>
                  </a:ext>
                </a:extLst>
              </a:tr>
              <a:tr h="793907">
                <a:tc>
                  <a:txBody>
                    <a:bodyPr/>
                    <a:lstStyle/>
                    <a:p>
                      <a:pPr>
                        <a:buNone/>
                      </a:pPr>
                      <a:r>
                        <a:rPr lang="en-IN" b="1"/>
                        <a:t>Portability</a:t>
                      </a:r>
                      <a:endParaRPr lang="en-IN"/>
                    </a:p>
                  </a:txBody>
                  <a:tcPr anchor="ctr"/>
                </a:tc>
                <a:tc>
                  <a:txBody>
                    <a:bodyPr/>
                    <a:lstStyle/>
                    <a:p>
                      <a:pPr>
                        <a:buNone/>
                      </a:pPr>
                      <a:r>
                        <a:rPr lang="en-US"/>
                        <a:t>Allows applications to move across administrative domains without re-installation.</a:t>
                      </a:r>
                    </a:p>
                  </a:txBody>
                  <a:tcPr anchor="ctr"/>
                </a:tc>
                <a:extLst>
                  <a:ext uri="{0D108BD9-81ED-4DB2-BD59-A6C34878D82A}">
                    <a16:rowId xmlns:a16="http://schemas.microsoft.com/office/drawing/2014/main" val="1019517413"/>
                  </a:ext>
                </a:extLst>
              </a:tr>
              <a:tr h="793907">
                <a:tc>
                  <a:txBody>
                    <a:bodyPr/>
                    <a:lstStyle/>
                    <a:p>
                      <a:pPr>
                        <a:buNone/>
                      </a:pPr>
                      <a:r>
                        <a:rPr lang="en-IN" b="1"/>
                        <a:t>Heterogeneity</a:t>
                      </a:r>
                      <a:endParaRPr lang="en-IN"/>
                    </a:p>
                  </a:txBody>
                  <a:tcPr anchor="ctr"/>
                </a:tc>
                <a:tc>
                  <a:txBody>
                    <a:bodyPr/>
                    <a:lstStyle/>
                    <a:p>
                      <a:pPr>
                        <a:buNone/>
                      </a:pPr>
                      <a:r>
                        <a:rPr lang="en-US"/>
                        <a:t>Masks differences between hardware types, making a diverse grid appear homogeneous to the user.</a:t>
                      </a:r>
                    </a:p>
                  </a:txBody>
                  <a:tcPr anchor="ctr"/>
                </a:tc>
                <a:extLst>
                  <a:ext uri="{0D108BD9-81ED-4DB2-BD59-A6C34878D82A}">
                    <a16:rowId xmlns:a16="http://schemas.microsoft.com/office/drawing/2014/main" val="2777881846"/>
                  </a:ext>
                </a:extLst>
              </a:tr>
              <a:tr h="793907">
                <a:tc>
                  <a:txBody>
                    <a:bodyPr/>
                    <a:lstStyle/>
                    <a:p>
                      <a:pPr>
                        <a:buNone/>
                      </a:pPr>
                      <a:r>
                        <a:rPr lang="en-IN" b="1"/>
                        <a:t>Simplified Management</a:t>
                      </a:r>
                      <a:endParaRPr lang="en-IN"/>
                    </a:p>
                  </a:txBody>
                  <a:tcPr anchor="ctr"/>
                </a:tc>
                <a:tc>
                  <a:txBody>
                    <a:bodyPr/>
                    <a:lstStyle/>
                    <a:p>
                      <a:pPr>
                        <a:buNone/>
                      </a:pPr>
                      <a:r>
                        <a:rPr lang="en-US"/>
                        <a:t>Admins don't need to configure every node manually; they just need to ensure the hypervisor is running.</a:t>
                      </a:r>
                    </a:p>
                  </a:txBody>
                  <a:tcPr anchor="ctr"/>
                </a:tc>
                <a:extLst>
                  <a:ext uri="{0D108BD9-81ED-4DB2-BD59-A6C34878D82A}">
                    <a16:rowId xmlns:a16="http://schemas.microsoft.com/office/drawing/2014/main" val="642053868"/>
                  </a:ext>
                </a:extLst>
              </a:tr>
              <a:tr h="793907">
                <a:tc>
                  <a:txBody>
                    <a:bodyPr/>
                    <a:lstStyle/>
                    <a:p>
                      <a:pPr>
                        <a:buNone/>
                      </a:pPr>
                      <a:r>
                        <a:rPr lang="en-IN" b="1"/>
                        <a:t>Fault Tolerance</a:t>
                      </a:r>
                      <a:endParaRPr lang="en-IN"/>
                    </a:p>
                  </a:txBody>
                  <a:tcPr anchor="ctr"/>
                </a:tc>
                <a:tc>
                  <a:txBody>
                    <a:bodyPr/>
                    <a:lstStyle/>
                    <a:p>
                      <a:pPr>
                        <a:buNone/>
                      </a:pPr>
                      <a:r>
                        <a:rPr lang="en-US" dirty="0"/>
                        <a:t>If a physical node fails, VMs can be automatically restarted on another node using snapshots.</a:t>
                      </a:r>
                    </a:p>
                  </a:txBody>
                  <a:tcPr anchor="ctr"/>
                </a:tc>
                <a:extLst>
                  <a:ext uri="{0D108BD9-81ED-4DB2-BD59-A6C34878D82A}">
                    <a16:rowId xmlns:a16="http://schemas.microsoft.com/office/drawing/2014/main" val="1517351960"/>
                  </a:ext>
                </a:extLst>
              </a:tr>
            </a:tbl>
          </a:graphicData>
        </a:graphic>
      </p:graphicFrame>
    </p:spTree>
    <p:extLst>
      <p:ext uri="{BB962C8B-B14F-4D97-AF65-F5344CB8AC3E}">
        <p14:creationId xmlns:p14="http://schemas.microsoft.com/office/powerpoint/2010/main" val="3923875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4E68E-7085-F132-E5BD-3A62C9BEB67C}"/>
              </a:ext>
            </a:extLst>
          </p:cNvPr>
          <p:cNvSpPr>
            <a:spLocks noGrp="1"/>
          </p:cNvSpPr>
          <p:nvPr>
            <p:ph type="title"/>
          </p:nvPr>
        </p:nvSpPr>
        <p:spPr>
          <a:xfrm>
            <a:off x="570015" y="365126"/>
            <a:ext cx="11435937" cy="632402"/>
          </a:xfrm>
        </p:spPr>
        <p:txBody>
          <a:bodyPr>
            <a:normAutofit fontScale="90000"/>
          </a:bodyPr>
          <a:lstStyle/>
          <a:p>
            <a:r>
              <a:rPr lang="en-IN" dirty="0"/>
              <a:t>"Live Migration" process:</a:t>
            </a:r>
          </a:p>
        </p:txBody>
      </p:sp>
      <p:sp>
        <p:nvSpPr>
          <p:cNvPr id="6" name="Content Placeholder 5">
            <a:extLst>
              <a:ext uri="{FF2B5EF4-FFF2-40B4-BE49-F238E27FC236}">
                <a16:creationId xmlns:a16="http://schemas.microsoft.com/office/drawing/2014/main" id="{44BEBD0E-5642-97CC-4E42-AF6A088AC111}"/>
              </a:ext>
            </a:extLst>
          </p:cNvPr>
          <p:cNvSpPr>
            <a:spLocks noGrp="1"/>
          </p:cNvSpPr>
          <p:nvPr>
            <p:ph idx="1"/>
          </p:nvPr>
        </p:nvSpPr>
        <p:spPr>
          <a:xfrm>
            <a:off x="570015" y="1472540"/>
            <a:ext cx="6733309" cy="5213267"/>
          </a:xfrm>
        </p:spPr>
        <p:txBody>
          <a:bodyPr>
            <a:normAutofit fontScale="77500" lnSpcReduction="20000"/>
          </a:bodyPr>
          <a:lstStyle/>
          <a:p>
            <a:r>
              <a:rPr lang="en-US" dirty="0"/>
              <a:t>In a grid virtualization environment, the architecture is typically organized into three primary layers, acting as a bridge between the physical world and the user's request.</a:t>
            </a:r>
          </a:p>
          <a:p>
            <a:r>
              <a:rPr lang="en-US" b="1" dirty="0"/>
              <a:t>The Physical Grid Layer (The Base): </a:t>
            </a:r>
            <a:r>
              <a:rPr lang="en-US" dirty="0"/>
              <a:t>This represents the heterogeneous hardware—servers, clusters, and storage systems—scattered across different locations. Each physical machine runs a </a:t>
            </a:r>
            <a:r>
              <a:rPr lang="en-US" b="1" dirty="0"/>
              <a:t>Hypervisor</a:t>
            </a:r>
            <a:r>
              <a:rPr lang="en-US" dirty="0"/>
              <a:t> (such as Xen, KVM, or VMware). </a:t>
            </a:r>
          </a:p>
          <a:p>
            <a:r>
              <a:rPr lang="en-US" b="1" dirty="0"/>
              <a:t>The Virtualization/Middleware Layer (The Bridge):</a:t>
            </a:r>
          </a:p>
          <a:p>
            <a:pPr lvl="1"/>
            <a:r>
              <a:rPr lang="en-US" b="1" dirty="0"/>
              <a:t>Virtual Workspace Service:</a:t>
            </a:r>
            <a:r>
              <a:rPr lang="en-US" dirty="0"/>
              <a:t> This service manages the lifecycle of the virtual machines. It takes a "Virtual Appliance" (a pre-configured image containing the OS and application) and deploys it onto an available physical node.</a:t>
            </a:r>
          </a:p>
          <a:p>
            <a:pPr lvl="1"/>
            <a:r>
              <a:rPr lang="en-US" b="1" dirty="0"/>
              <a:t>Grid Scheduler:</a:t>
            </a:r>
            <a:r>
              <a:rPr lang="en-US" dirty="0"/>
              <a:t> The scheduler communicates with the virtualization layer to identify where resources are available. It doesn't just look for a free computer; it looks for a free </a:t>
            </a:r>
            <a:r>
              <a:rPr lang="en-US" i="1" dirty="0"/>
              <a:t>virtual container</a:t>
            </a:r>
            <a:r>
              <a:rPr lang="en-US" dirty="0"/>
              <a:t> that meets the specific software requirements of the job.</a:t>
            </a:r>
            <a:endParaRPr lang="en-IN" b="1" dirty="0"/>
          </a:p>
        </p:txBody>
      </p:sp>
      <p:pic>
        <p:nvPicPr>
          <p:cNvPr id="9" name="Picture 8">
            <a:extLst>
              <a:ext uri="{FF2B5EF4-FFF2-40B4-BE49-F238E27FC236}">
                <a16:creationId xmlns:a16="http://schemas.microsoft.com/office/drawing/2014/main" id="{599C6997-5359-DB82-60BB-1023F4D11287}"/>
              </a:ext>
            </a:extLst>
          </p:cNvPr>
          <p:cNvPicPr>
            <a:picLocks noChangeAspect="1"/>
          </p:cNvPicPr>
          <p:nvPr/>
        </p:nvPicPr>
        <p:blipFill>
          <a:blip r:embed="rId3"/>
          <a:stretch>
            <a:fillRect/>
          </a:stretch>
        </p:blipFill>
        <p:spPr>
          <a:xfrm>
            <a:off x="7250875" y="681327"/>
            <a:ext cx="4941125" cy="6002977"/>
          </a:xfrm>
          <a:prstGeom prst="rect">
            <a:avLst/>
          </a:prstGeom>
        </p:spPr>
      </p:pic>
    </p:spTree>
    <p:extLst>
      <p:ext uri="{BB962C8B-B14F-4D97-AF65-F5344CB8AC3E}">
        <p14:creationId xmlns:p14="http://schemas.microsoft.com/office/powerpoint/2010/main" val="3767010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E3C73-F15B-9F9C-7813-E8F272F35ADA}"/>
              </a:ext>
            </a:extLst>
          </p:cNvPr>
          <p:cNvSpPr>
            <a:spLocks noGrp="1"/>
          </p:cNvSpPr>
          <p:nvPr>
            <p:ph type="title"/>
          </p:nvPr>
        </p:nvSpPr>
        <p:spPr/>
        <p:txBody>
          <a:bodyPr/>
          <a:lstStyle/>
          <a:p>
            <a:r>
              <a:rPr lang="en-IN" dirty="0"/>
              <a:t>"Live Migration" process:</a:t>
            </a:r>
          </a:p>
        </p:txBody>
      </p:sp>
      <p:sp>
        <p:nvSpPr>
          <p:cNvPr id="3" name="Content Placeholder 2">
            <a:extLst>
              <a:ext uri="{FF2B5EF4-FFF2-40B4-BE49-F238E27FC236}">
                <a16:creationId xmlns:a16="http://schemas.microsoft.com/office/drawing/2014/main" id="{A6E3D931-9934-5C8E-B232-A8433FADF201}"/>
              </a:ext>
            </a:extLst>
          </p:cNvPr>
          <p:cNvSpPr>
            <a:spLocks noGrp="1"/>
          </p:cNvSpPr>
          <p:nvPr>
            <p:ph idx="1"/>
          </p:nvPr>
        </p:nvSpPr>
        <p:spPr/>
        <p:txBody>
          <a:bodyPr/>
          <a:lstStyle/>
          <a:p>
            <a:r>
              <a:rPr lang="en-US" b="1" dirty="0"/>
              <a:t>The Application/User Layer (The Interface):</a:t>
            </a:r>
          </a:p>
          <a:p>
            <a:r>
              <a:rPr lang="en-US" dirty="0"/>
              <a:t>The user submits a job to the grid portal. Crucially, the user does not need to know the location of the hardware. They interact with a </a:t>
            </a:r>
            <a:r>
              <a:rPr lang="en-US" b="1" dirty="0"/>
              <a:t>Virtual Workspace</a:t>
            </a:r>
            <a:r>
              <a:rPr lang="en-US" dirty="0"/>
              <a:t>. From the application's perspective, the environment is identical regardless of which physical server in the global grid is actually processing the data.</a:t>
            </a:r>
          </a:p>
          <a:p>
            <a:endParaRPr lang="en-IN" dirty="0"/>
          </a:p>
        </p:txBody>
      </p:sp>
    </p:spTree>
    <p:extLst>
      <p:ext uri="{BB962C8B-B14F-4D97-AF65-F5344CB8AC3E}">
        <p14:creationId xmlns:p14="http://schemas.microsoft.com/office/powerpoint/2010/main" val="3139799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9BC21-4BB1-B610-020A-D36E7768487B}"/>
              </a:ext>
            </a:extLst>
          </p:cNvPr>
          <p:cNvSpPr>
            <a:spLocks noGrp="1"/>
          </p:cNvSpPr>
          <p:nvPr>
            <p:ph type="title"/>
          </p:nvPr>
        </p:nvSpPr>
        <p:spPr/>
        <p:txBody>
          <a:bodyPr/>
          <a:lstStyle/>
          <a:p>
            <a:r>
              <a:rPr lang="en-IN" dirty="0"/>
              <a:t>Workflow of Virtualization in Grid:</a:t>
            </a:r>
          </a:p>
        </p:txBody>
      </p:sp>
      <p:sp>
        <p:nvSpPr>
          <p:cNvPr id="3" name="Content Placeholder 2">
            <a:extLst>
              <a:ext uri="{FF2B5EF4-FFF2-40B4-BE49-F238E27FC236}">
                <a16:creationId xmlns:a16="http://schemas.microsoft.com/office/drawing/2014/main" id="{A73DDD7E-D772-1504-2904-B050D0EDAFA8}"/>
              </a:ext>
            </a:extLst>
          </p:cNvPr>
          <p:cNvSpPr>
            <a:spLocks noGrp="1"/>
          </p:cNvSpPr>
          <p:nvPr>
            <p:ph idx="1"/>
          </p:nvPr>
        </p:nvSpPr>
        <p:spPr/>
        <p:txBody>
          <a:bodyPr>
            <a:normAutofit lnSpcReduction="10000"/>
          </a:bodyPr>
          <a:lstStyle/>
          <a:p>
            <a:r>
              <a:rPr lang="en-US" dirty="0"/>
              <a:t>When a user submits a task to the grid, the following sequence occurs:</a:t>
            </a:r>
            <a:endParaRPr lang="en-IN" dirty="0"/>
          </a:p>
          <a:p>
            <a:pPr lvl="1"/>
            <a:r>
              <a:rPr lang="en-US" b="1" dirty="0"/>
              <a:t>Encapsulation:</a:t>
            </a:r>
            <a:r>
              <a:rPr lang="en-US" dirty="0"/>
              <a:t> The user's job is packaged into a virtual machine image file.</a:t>
            </a:r>
          </a:p>
          <a:p>
            <a:pPr lvl="1"/>
            <a:r>
              <a:rPr lang="en-US" b="1" dirty="0"/>
              <a:t>Placement:</a:t>
            </a:r>
            <a:r>
              <a:rPr lang="en-US" dirty="0"/>
              <a:t> The Grid Middleware selects an optimal physical node based on availability and proximity.</a:t>
            </a:r>
          </a:p>
          <a:p>
            <a:pPr lvl="1"/>
            <a:r>
              <a:rPr lang="en-US" b="1" dirty="0"/>
              <a:t>Instantiation:</a:t>
            </a:r>
            <a:r>
              <a:rPr lang="en-US" dirty="0"/>
              <a:t> The selected node downloads or mounts the image and launches it via the Hypervisor.</a:t>
            </a:r>
          </a:p>
          <a:p>
            <a:pPr lvl="1"/>
            <a:r>
              <a:rPr lang="en-US" b="1" dirty="0"/>
              <a:t>Isolation:</a:t>
            </a:r>
            <a:r>
              <a:rPr lang="en-US" dirty="0"/>
              <a:t> The job runs in its own private sandbox. Even if the underlying server is running jobs for ten different users, the hypervisor ensures each grid job remains secure and receives its allocated portion of the CPU and Memory cycles.</a:t>
            </a:r>
          </a:p>
        </p:txBody>
      </p:sp>
    </p:spTree>
    <p:extLst>
      <p:ext uri="{BB962C8B-B14F-4D97-AF65-F5344CB8AC3E}">
        <p14:creationId xmlns:p14="http://schemas.microsoft.com/office/powerpoint/2010/main" val="4180865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933DB-F19C-EE05-1503-1D28CC7F3CE6}"/>
              </a:ext>
            </a:extLst>
          </p:cNvPr>
          <p:cNvSpPr>
            <a:spLocks noGrp="1"/>
          </p:cNvSpPr>
          <p:nvPr>
            <p:ph type="title"/>
          </p:nvPr>
        </p:nvSpPr>
        <p:spPr>
          <a:xfrm>
            <a:off x="838200" y="193459"/>
            <a:ext cx="10515600" cy="1325563"/>
          </a:xfrm>
        </p:spPr>
        <p:txBody>
          <a:bodyPr/>
          <a:lstStyle/>
          <a:p>
            <a:r>
              <a:rPr lang="en-US" dirty="0"/>
              <a:t>Layered Abstraction of virtualization in Grid:</a:t>
            </a:r>
            <a:endParaRPr lang="en-IN" dirty="0"/>
          </a:p>
        </p:txBody>
      </p:sp>
      <p:sp>
        <p:nvSpPr>
          <p:cNvPr id="3" name="Content Placeholder 2">
            <a:extLst>
              <a:ext uri="{FF2B5EF4-FFF2-40B4-BE49-F238E27FC236}">
                <a16:creationId xmlns:a16="http://schemas.microsoft.com/office/drawing/2014/main" id="{B91A49E5-AE08-E82C-F2B5-CAF0ACF71C58}"/>
              </a:ext>
            </a:extLst>
          </p:cNvPr>
          <p:cNvSpPr>
            <a:spLocks noGrp="1"/>
          </p:cNvSpPr>
          <p:nvPr>
            <p:ph idx="1"/>
          </p:nvPr>
        </p:nvSpPr>
        <p:spPr>
          <a:xfrm>
            <a:off x="838200" y="4215741"/>
            <a:ext cx="10170226" cy="2448800"/>
          </a:xfrm>
        </p:spPr>
        <p:txBody>
          <a:bodyPr/>
          <a:lstStyle/>
          <a:p>
            <a:r>
              <a:rPr lang="en-IN" b="1" dirty="0"/>
              <a:t>The Hardware Layer:</a:t>
            </a:r>
          </a:p>
          <a:p>
            <a:pPr lvl="1"/>
            <a:r>
              <a:rPr lang="en-US" dirty="0"/>
              <a:t>At the bottom, you have the actual physical infrastructure. In a grid, these are often geographically dispersed:</a:t>
            </a:r>
            <a:r>
              <a:rPr lang="en-IN" dirty="0"/>
              <a:t> storage, server, Switches and ports.</a:t>
            </a:r>
          </a:p>
        </p:txBody>
      </p:sp>
      <p:pic>
        <p:nvPicPr>
          <p:cNvPr id="4" name="Picture 3">
            <a:extLst>
              <a:ext uri="{FF2B5EF4-FFF2-40B4-BE49-F238E27FC236}">
                <a16:creationId xmlns:a16="http://schemas.microsoft.com/office/drawing/2014/main" id="{A4A72E96-3F11-1008-7D63-E4B0385845BD}"/>
              </a:ext>
            </a:extLst>
          </p:cNvPr>
          <p:cNvPicPr>
            <a:picLocks noChangeAspect="1"/>
          </p:cNvPicPr>
          <p:nvPr/>
        </p:nvPicPr>
        <p:blipFill>
          <a:blip r:embed="rId2"/>
          <a:stretch>
            <a:fillRect/>
          </a:stretch>
        </p:blipFill>
        <p:spPr>
          <a:xfrm>
            <a:off x="3348842" y="1307212"/>
            <a:ext cx="5866410" cy="2670093"/>
          </a:xfrm>
          <a:prstGeom prst="rect">
            <a:avLst/>
          </a:prstGeom>
        </p:spPr>
      </p:pic>
    </p:spTree>
    <p:extLst>
      <p:ext uri="{BB962C8B-B14F-4D97-AF65-F5344CB8AC3E}">
        <p14:creationId xmlns:p14="http://schemas.microsoft.com/office/powerpoint/2010/main" val="1786963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89E71-481B-FB75-63C1-97E4454555C7}"/>
              </a:ext>
            </a:extLst>
          </p:cNvPr>
          <p:cNvSpPr>
            <a:spLocks noGrp="1"/>
          </p:cNvSpPr>
          <p:nvPr>
            <p:ph type="title"/>
          </p:nvPr>
        </p:nvSpPr>
        <p:spPr/>
        <p:txBody>
          <a:bodyPr/>
          <a:lstStyle/>
          <a:p>
            <a:r>
              <a:rPr lang="en-US" dirty="0"/>
              <a:t>Layered Abstraction of virtualization in Grid:</a:t>
            </a:r>
            <a:endParaRPr lang="en-IN" dirty="0"/>
          </a:p>
        </p:txBody>
      </p:sp>
      <p:sp>
        <p:nvSpPr>
          <p:cNvPr id="3" name="Content Placeholder 2">
            <a:extLst>
              <a:ext uri="{FF2B5EF4-FFF2-40B4-BE49-F238E27FC236}">
                <a16:creationId xmlns:a16="http://schemas.microsoft.com/office/drawing/2014/main" id="{F140CFD5-C8AA-A76B-0FE7-FF715894B581}"/>
              </a:ext>
            </a:extLst>
          </p:cNvPr>
          <p:cNvSpPr>
            <a:spLocks noGrp="1"/>
          </p:cNvSpPr>
          <p:nvPr>
            <p:ph idx="1"/>
          </p:nvPr>
        </p:nvSpPr>
        <p:spPr/>
        <p:txBody>
          <a:bodyPr>
            <a:normAutofit fontScale="92500" lnSpcReduction="10000"/>
          </a:bodyPr>
          <a:lstStyle/>
          <a:p>
            <a:r>
              <a:rPr lang="en-IN" b="1" dirty="0"/>
              <a:t>The Multi-Service Grid Layer : </a:t>
            </a:r>
            <a:r>
              <a:rPr lang="en-US" dirty="0"/>
              <a:t>This acts as the interface to the hardware. It aggregate the raw physical components into a usable format, preparing them to be carved up into virtual pieces.</a:t>
            </a:r>
          </a:p>
          <a:p>
            <a:r>
              <a:rPr lang="en-IN" b="1" dirty="0"/>
              <a:t>The Virtual Hardware Layer: </a:t>
            </a:r>
            <a:r>
              <a:rPr lang="en-IN" dirty="0"/>
              <a:t>B</a:t>
            </a:r>
            <a:r>
              <a:rPr lang="en-US" dirty="0"/>
              <a:t>y using a hypervisor or similar technology, the grid creates a </a:t>
            </a:r>
            <a:r>
              <a:rPr lang="en-US" b="1" dirty="0"/>
              <a:t>Virtual Hardware</a:t>
            </a:r>
            <a:r>
              <a:rPr lang="en-US" dirty="0"/>
              <a:t> environment that masks the underlying physical complexity:</a:t>
            </a:r>
          </a:p>
          <a:p>
            <a:pPr lvl="1"/>
            <a:r>
              <a:rPr lang="en-US" b="1" dirty="0"/>
              <a:t>Logical Volumes:</a:t>
            </a:r>
            <a:r>
              <a:rPr lang="en-US" dirty="0"/>
              <a:t> Instead of worrying about specific physical disks, the grid creates virtualized storage pools.</a:t>
            </a:r>
          </a:p>
          <a:p>
            <a:pPr lvl="1"/>
            <a:r>
              <a:rPr lang="en-US" b="1" dirty="0"/>
              <a:t>Virtual Machines (VMs):</a:t>
            </a:r>
            <a:r>
              <a:rPr lang="en-US" dirty="0"/>
              <a:t> These are the containers where actual user applications run, completely insulated from the physical server specs.</a:t>
            </a:r>
          </a:p>
          <a:p>
            <a:pPr lvl="1"/>
            <a:r>
              <a:rPr lang="en-US" b="1" dirty="0"/>
              <a:t>VLANs and Interfaces:</a:t>
            </a:r>
            <a:r>
              <a:rPr lang="en-US" dirty="0"/>
              <a:t> Virtual networking allows the grid to maintain secure, high-speed communication channels between nodes regardless of the physical wiring.</a:t>
            </a:r>
            <a:endParaRPr lang="en-IN" b="1" dirty="0"/>
          </a:p>
        </p:txBody>
      </p:sp>
    </p:spTree>
    <p:extLst>
      <p:ext uri="{BB962C8B-B14F-4D97-AF65-F5344CB8AC3E}">
        <p14:creationId xmlns:p14="http://schemas.microsoft.com/office/powerpoint/2010/main" val="673558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72D56-1444-0FE0-BC20-3821F4E7A78F}"/>
              </a:ext>
            </a:extLst>
          </p:cNvPr>
          <p:cNvSpPr>
            <a:spLocks noGrp="1"/>
          </p:cNvSpPr>
          <p:nvPr>
            <p:ph type="title"/>
          </p:nvPr>
        </p:nvSpPr>
        <p:spPr/>
        <p:txBody>
          <a:bodyPr/>
          <a:lstStyle/>
          <a:p>
            <a:r>
              <a:rPr lang="en-US" dirty="0"/>
              <a:t>Layered Abstraction of virtualization in Grid:</a:t>
            </a:r>
            <a:endParaRPr lang="en-IN" dirty="0"/>
          </a:p>
        </p:txBody>
      </p:sp>
      <p:sp>
        <p:nvSpPr>
          <p:cNvPr id="3" name="Content Placeholder 2">
            <a:extLst>
              <a:ext uri="{FF2B5EF4-FFF2-40B4-BE49-F238E27FC236}">
                <a16:creationId xmlns:a16="http://schemas.microsoft.com/office/drawing/2014/main" id="{3220FDC1-4D6E-8947-043B-1D3CA5DB8B19}"/>
              </a:ext>
            </a:extLst>
          </p:cNvPr>
          <p:cNvSpPr>
            <a:spLocks noGrp="1"/>
          </p:cNvSpPr>
          <p:nvPr>
            <p:ph idx="1"/>
          </p:nvPr>
        </p:nvSpPr>
        <p:spPr/>
        <p:txBody>
          <a:bodyPr>
            <a:normAutofit fontScale="92500"/>
          </a:bodyPr>
          <a:lstStyle/>
          <a:p>
            <a:r>
              <a:rPr lang="en-IN" b="1" dirty="0"/>
              <a:t>The Software Layers: </a:t>
            </a:r>
          </a:p>
          <a:p>
            <a:pPr lvl="1"/>
            <a:r>
              <a:rPr lang="en-US" b="1" dirty="0"/>
              <a:t>O.S and Grid Middleware:</a:t>
            </a:r>
            <a:r>
              <a:rPr lang="en-US" dirty="0"/>
              <a:t> This is the brain of the operation. The middleware manages the "Grid" aspect—scheduling tasks, tracking resource availability, and ensuring security policies are followed across the network.</a:t>
            </a:r>
          </a:p>
          <a:p>
            <a:pPr lvl="1"/>
            <a:r>
              <a:rPr lang="en-US" b="1" dirty="0"/>
              <a:t>Applications:</a:t>
            </a:r>
            <a:r>
              <a:rPr lang="en-US" dirty="0"/>
              <a:t> These are the end-user tasks. Because of the virtualization layers below them, these applications don't need to be "grid-aware"; they run as if they are on a standard machine.</a:t>
            </a:r>
            <a:endParaRPr lang="en-IN" b="1" dirty="0"/>
          </a:p>
          <a:p>
            <a:r>
              <a:rPr lang="en-IN" b="1" dirty="0"/>
              <a:t>Grid Management: </a:t>
            </a:r>
            <a:r>
              <a:rPr lang="en-IN" dirty="0"/>
              <a:t>It is responsible for</a:t>
            </a:r>
          </a:p>
          <a:p>
            <a:pPr lvl="1"/>
            <a:r>
              <a:rPr lang="en-US" b="1" dirty="0"/>
              <a:t>Monitoring:</a:t>
            </a:r>
            <a:r>
              <a:rPr lang="en-US" dirty="0"/>
              <a:t> Keeping an eye on the health of hardware and virtual components.</a:t>
            </a:r>
          </a:p>
          <a:p>
            <a:pPr lvl="1"/>
            <a:r>
              <a:rPr lang="en-US" b="1" dirty="0"/>
              <a:t>Provisioning:</a:t>
            </a:r>
            <a:r>
              <a:rPr lang="en-US" dirty="0"/>
              <a:t> Creating, moving, or destroying Virtual Machines on demand.</a:t>
            </a:r>
          </a:p>
          <a:p>
            <a:pPr lvl="1"/>
            <a:r>
              <a:rPr lang="en-US" b="1" dirty="0"/>
              <a:t>Orchestration:</a:t>
            </a:r>
            <a:r>
              <a:rPr lang="en-US" dirty="0"/>
              <a:t> Ensuring the right applications get the right resources at the right time.</a:t>
            </a:r>
            <a:endParaRPr lang="en-IN" b="1" dirty="0"/>
          </a:p>
        </p:txBody>
      </p:sp>
    </p:spTree>
    <p:extLst>
      <p:ext uri="{BB962C8B-B14F-4D97-AF65-F5344CB8AC3E}">
        <p14:creationId xmlns:p14="http://schemas.microsoft.com/office/powerpoint/2010/main" val="3502110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A88C5-27E4-B5E4-172E-AF2C0F55FA7B}"/>
              </a:ext>
            </a:extLst>
          </p:cNvPr>
          <p:cNvSpPr>
            <a:spLocks noGrp="1"/>
          </p:cNvSpPr>
          <p:nvPr>
            <p:ph type="title"/>
          </p:nvPr>
        </p:nvSpPr>
        <p:spPr/>
        <p:txBody>
          <a:bodyPr/>
          <a:lstStyle/>
          <a:p>
            <a:r>
              <a:rPr lang="en-IN" b="1" dirty="0"/>
              <a:t>Grid vs. Cloud Virtualization</a:t>
            </a:r>
          </a:p>
        </p:txBody>
      </p:sp>
      <p:graphicFrame>
        <p:nvGraphicFramePr>
          <p:cNvPr id="4" name="Content Placeholder 3">
            <a:extLst>
              <a:ext uri="{FF2B5EF4-FFF2-40B4-BE49-F238E27FC236}">
                <a16:creationId xmlns:a16="http://schemas.microsoft.com/office/drawing/2014/main" id="{8DBF95B1-248C-A415-0FCC-C34730FBB422}"/>
              </a:ext>
            </a:extLst>
          </p:cNvPr>
          <p:cNvGraphicFramePr>
            <a:graphicFrameLocks noGrp="1"/>
          </p:cNvGraphicFramePr>
          <p:nvPr>
            <p:ph idx="1"/>
            <p:extLst>
              <p:ext uri="{D42A27DB-BD31-4B8C-83A1-F6EECF244321}">
                <p14:modId xmlns:p14="http://schemas.microsoft.com/office/powerpoint/2010/main" val="1993409738"/>
              </p:ext>
            </p:extLst>
          </p:nvPr>
        </p:nvGraphicFramePr>
        <p:xfrm>
          <a:off x="838200" y="1591294"/>
          <a:ext cx="10515597" cy="5173948"/>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2134153446"/>
                    </a:ext>
                  </a:extLst>
                </a:gridCol>
                <a:gridCol w="3505199">
                  <a:extLst>
                    <a:ext uri="{9D8B030D-6E8A-4147-A177-3AD203B41FA5}">
                      <a16:colId xmlns:a16="http://schemas.microsoft.com/office/drawing/2014/main" val="3782988107"/>
                    </a:ext>
                  </a:extLst>
                </a:gridCol>
                <a:gridCol w="3505199">
                  <a:extLst>
                    <a:ext uri="{9D8B030D-6E8A-4147-A177-3AD203B41FA5}">
                      <a16:colId xmlns:a16="http://schemas.microsoft.com/office/drawing/2014/main" val="163741949"/>
                    </a:ext>
                  </a:extLst>
                </a:gridCol>
              </a:tblGrid>
              <a:tr h="601948">
                <a:tc>
                  <a:txBody>
                    <a:bodyPr/>
                    <a:lstStyle/>
                    <a:p>
                      <a:pPr>
                        <a:buNone/>
                      </a:pPr>
                      <a:r>
                        <a:rPr lang="en-IN" dirty="0"/>
                        <a:t>Feature</a:t>
                      </a:r>
                    </a:p>
                  </a:txBody>
                  <a:tcPr anchor="ctr"/>
                </a:tc>
                <a:tc>
                  <a:txBody>
                    <a:bodyPr/>
                    <a:lstStyle/>
                    <a:p>
                      <a:pPr>
                        <a:buNone/>
                      </a:pPr>
                      <a:r>
                        <a:rPr lang="en-US" dirty="0"/>
                        <a:t>Virtualization in Grid </a:t>
                      </a:r>
                    </a:p>
                  </a:txBody>
                  <a:tcPr anchor="ctr"/>
                </a:tc>
                <a:tc>
                  <a:txBody>
                    <a:bodyPr/>
                    <a:lstStyle/>
                    <a:p>
                      <a:pPr>
                        <a:buNone/>
                      </a:pPr>
                      <a:r>
                        <a:rPr lang="en-US" dirty="0"/>
                        <a:t>Virtualization in Cloud </a:t>
                      </a:r>
                    </a:p>
                  </a:txBody>
                  <a:tcPr anchor="ctr"/>
                </a:tc>
                <a:extLst>
                  <a:ext uri="{0D108BD9-81ED-4DB2-BD59-A6C34878D82A}">
                    <a16:rowId xmlns:a16="http://schemas.microsoft.com/office/drawing/2014/main" val="4252018551"/>
                  </a:ext>
                </a:extLst>
              </a:tr>
              <a:tr h="859927">
                <a:tc>
                  <a:txBody>
                    <a:bodyPr/>
                    <a:lstStyle/>
                    <a:p>
                      <a:pPr>
                        <a:buNone/>
                      </a:pPr>
                      <a:r>
                        <a:rPr lang="en-IN" b="1"/>
                        <a:t>Primary Goal</a:t>
                      </a:r>
                      <a:endParaRPr lang="en-IN"/>
                    </a:p>
                  </a:txBody>
                  <a:tcPr anchor="ctr"/>
                </a:tc>
                <a:tc>
                  <a:txBody>
                    <a:bodyPr/>
                    <a:lstStyle/>
                    <a:p>
                      <a:pPr>
                        <a:buNone/>
                      </a:pPr>
                      <a:r>
                        <a:rPr lang="en-US" b="1"/>
                        <a:t>Interoperability:</a:t>
                      </a:r>
                      <a:r>
                        <a:rPr lang="en-US"/>
                        <a:t> Making different systems work together as one.</a:t>
                      </a:r>
                    </a:p>
                  </a:txBody>
                  <a:tcPr anchor="ctr"/>
                </a:tc>
                <a:tc>
                  <a:txBody>
                    <a:bodyPr/>
                    <a:lstStyle/>
                    <a:p>
                      <a:pPr>
                        <a:buNone/>
                      </a:pPr>
                      <a:r>
                        <a:rPr lang="en-US" b="1"/>
                        <a:t>Efficiency:</a:t>
                      </a:r>
                      <a:r>
                        <a:rPr lang="en-US"/>
                        <a:t> Maximizing the use of local data center hardware for many users.</a:t>
                      </a:r>
                    </a:p>
                  </a:txBody>
                  <a:tcPr anchor="ctr"/>
                </a:tc>
                <a:extLst>
                  <a:ext uri="{0D108BD9-81ED-4DB2-BD59-A6C34878D82A}">
                    <a16:rowId xmlns:a16="http://schemas.microsoft.com/office/drawing/2014/main" val="1863729415"/>
                  </a:ext>
                </a:extLst>
              </a:tr>
              <a:tr h="859927">
                <a:tc>
                  <a:txBody>
                    <a:bodyPr/>
                    <a:lstStyle/>
                    <a:p>
                      <a:pPr>
                        <a:buNone/>
                      </a:pPr>
                      <a:r>
                        <a:rPr lang="en-IN" b="1"/>
                        <a:t>Resource View</a:t>
                      </a:r>
                      <a:endParaRPr lang="en-IN"/>
                    </a:p>
                  </a:txBody>
                  <a:tcPr anchor="ctr"/>
                </a:tc>
                <a:tc>
                  <a:txBody>
                    <a:bodyPr/>
                    <a:lstStyle/>
                    <a:p>
                      <a:pPr>
                        <a:buNone/>
                      </a:pPr>
                      <a:r>
                        <a:rPr lang="en-US" b="1"/>
                        <a:t>Aggregative:</a:t>
                      </a:r>
                      <a:r>
                        <a:rPr lang="en-US"/>
                        <a:t> Joining many small pieces into one giant supercomputer.</a:t>
                      </a:r>
                    </a:p>
                  </a:txBody>
                  <a:tcPr anchor="ctr"/>
                </a:tc>
                <a:tc>
                  <a:txBody>
                    <a:bodyPr/>
                    <a:lstStyle/>
                    <a:p>
                      <a:pPr>
                        <a:buNone/>
                      </a:pPr>
                      <a:r>
                        <a:rPr lang="en-US" b="1"/>
                        <a:t>Distributive:</a:t>
                      </a:r>
                      <a:r>
                        <a:rPr lang="en-US"/>
                        <a:t> Dividing one giant resource into many small, rented parts.</a:t>
                      </a:r>
                    </a:p>
                  </a:txBody>
                  <a:tcPr anchor="ctr"/>
                </a:tc>
                <a:extLst>
                  <a:ext uri="{0D108BD9-81ED-4DB2-BD59-A6C34878D82A}">
                    <a16:rowId xmlns:a16="http://schemas.microsoft.com/office/drawing/2014/main" val="1090226293"/>
                  </a:ext>
                </a:extLst>
              </a:tr>
              <a:tr h="859927">
                <a:tc>
                  <a:txBody>
                    <a:bodyPr/>
                    <a:lstStyle/>
                    <a:p>
                      <a:pPr>
                        <a:buNone/>
                      </a:pPr>
                      <a:r>
                        <a:rPr lang="en-IN" b="1"/>
                        <a:t>Management</a:t>
                      </a:r>
                      <a:endParaRPr lang="en-IN"/>
                    </a:p>
                  </a:txBody>
                  <a:tcPr anchor="ctr"/>
                </a:tc>
                <a:tc>
                  <a:txBody>
                    <a:bodyPr/>
                    <a:lstStyle/>
                    <a:p>
                      <a:pPr>
                        <a:buNone/>
                      </a:pPr>
                      <a:r>
                        <a:rPr lang="en-US" dirty="0"/>
                        <a:t>Decentralized; often managed by "Grid Middleware" across different orgs.</a:t>
                      </a:r>
                    </a:p>
                  </a:txBody>
                  <a:tcPr anchor="ctr"/>
                </a:tc>
                <a:tc>
                  <a:txBody>
                    <a:bodyPr/>
                    <a:lstStyle/>
                    <a:p>
                      <a:pPr>
                        <a:buNone/>
                      </a:pPr>
                      <a:r>
                        <a:rPr lang="en-US"/>
                        <a:t>Centralized; managed by a single Cloud Provider (e.g., AWS, Azure).</a:t>
                      </a:r>
                    </a:p>
                  </a:txBody>
                  <a:tcPr anchor="ctr"/>
                </a:tc>
                <a:extLst>
                  <a:ext uri="{0D108BD9-81ED-4DB2-BD59-A6C34878D82A}">
                    <a16:rowId xmlns:a16="http://schemas.microsoft.com/office/drawing/2014/main" val="3851199059"/>
                  </a:ext>
                </a:extLst>
              </a:tr>
              <a:tr h="859927">
                <a:tc>
                  <a:txBody>
                    <a:bodyPr/>
                    <a:lstStyle/>
                    <a:p>
                      <a:pPr>
                        <a:buNone/>
                      </a:pPr>
                      <a:r>
                        <a:rPr lang="en-IN" b="1"/>
                        <a:t>Tenancy</a:t>
                      </a:r>
                      <a:endParaRPr lang="en-IN"/>
                    </a:p>
                  </a:txBody>
                  <a:tcPr anchor="ctr"/>
                </a:tc>
                <a:tc>
                  <a:txBody>
                    <a:bodyPr/>
                    <a:lstStyle/>
                    <a:p>
                      <a:pPr>
                        <a:buNone/>
                      </a:pPr>
                      <a:r>
                        <a:rPr lang="en-US"/>
                        <a:t>Usually </a:t>
                      </a:r>
                      <a:r>
                        <a:rPr lang="en-US" b="1"/>
                        <a:t>Single-user</a:t>
                      </a:r>
                      <a:r>
                        <a:rPr lang="en-US"/>
                        <a:t> focused for high-performance tasks.</a:t>
                      </a:r>
                    </a:p>
                  </a:txBody>
                  <a:tcPr anchor="ctr"/>
                </a:tc>
                <a:tc>
                  <a:txBody>
                    <a:bodyPr/>
                    <a:lstStyle/>
                    <a:p>
                      <a:pPr>
                        <a:buNone/>
                      </a:pPr>
                      <a:r>
                        <a:rPr lang="en-US" b="1"/>
                        <a:t>Multi-tenant:</a:t>
                      </a:r>
                      <a:r>
                        <a:rPr lang="en-US"/>
                        <a:t> Designed for thousands of users to share one server securely.</a:t>
                      </a:r>
                    </a:p>
                  </a:txBody>
                  <a:tcPr anchor="ctr"/>
                </a:tc>
                <a:extLst>
                  <a:ext uri="{0D108BD9-81ED-4DB2-BD59-A6C34878D82A}">
                    <a16:rowId xmlns:a16="http://schemas.microsoft.com/office/drawing/2014/main" val="3759545971"/>
                  </a:ext>
                </a:extLst>
              </a:tr>
              <a:tr h="859927">
                <a:tc>
                  <a:txBody>
                    <a:bodyPr/>
                    <a:lstStyle/>
                    <a:p>
                      <a:pPr>
                        <a:buNone/>
                      </a:pPr>
                      <a:r>
                        <a:rPr lang="en-IN" b="1"/>
                        <a:t>Workflow</a:t>
                      </a:r>
                      <a:endParaRPr lang="en-IN"/>
                    </a:p>
                  </a:txBody>
                  <a:tcPr anchor="ctr"/>
                </a:tc>
                <a:tc>
                  <a:txBody>
                    <a:bodyPr/>
                    <a:lstStyle/>
                    <a:p>
                      <a:pPr>
                        <a:buNone/>
                      </a:pPr>
                      <a:r>
                        <a:rPr lang="en-US" b="1"/>
                        <a:t>Job-based:</a:t>
                      </a:r>
                      <a:r>
                        <a:rPr lang="en-US"/>
                        <a:t> A VM is created to run a specific task and then deleted.</a:t>
                      </a:r>
                    </a:p>
                  </a:txBody>
                  <a:tcPr anchor="ctr"/>
                </a:tc>
                <a:tc>
                  <a:txBody>
                    <a:bodyPr/>
                    <a:lstStyle/>
                    <a:p>
                      <a:pPr>
                        <a:buNone/>
                      </a:pPr>
                      <a:r>
                        <a:rPr lang="en-US" b="1" dirty="0"/>
                        <a:t>Service-based:</a:t>
                      </a:r>
                      <a:r>
                        <a:rPr lang="en-US" dirty="0"/>
                        <a:t> A VM is created as a long-running server or database.</a:t>
                      </a:r>
                    </a:p>
                  </a:txBody>
                  <a:tcPr anchor="ctr"/>
                </a:tc>
                <a:extLst>
                  <a:ext uri="{0D108BD9-81ED-4DB2-BD59-A6C34878D82A}">
                    <a16:rowId xmlns:a16="http://schemas.microsoft.com/office/drawing/2014/main" val="1462898764"/>
                  </a:ext>
                </a:extLst>
              </a:tr>
            </a:tbl>
          </a:graphicData>
        </a:graphic>
      </p:graphicFrame>
    </p:spTree>
    <p:extLst>
      <p:ext uri="{BB962C8B-B14F-4D97-AF65-F5344CB8AC3E}">
        <p14:creationId xmlns:p14="http://schemas.microsoft.com/office/powerpoint/2010/main" val="2498403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BFD53-7730-41C3-E87C-38AD6A6977A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18B886-F02E-8288-D71D-8C57E26E16E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047536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TotalTime>
  <Words>1739</Words>
  <Application>Microsoft Office PowerPoint</Application>
  <PresentationFormat>Widescreen</PresentationFormat>
  <Paragraphs>117</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Virtualization in Cloud Computing </vt:lpstr>
      <vt:lpstr>Virtual Clustering</vt:lpstr>
      <vt:lpstr>Virtual Clustering</vt:lpstr>
      <vt:lpstr>Core Characteristics of a Virtual Cluster</vt:lpstr>
      <vt:lpstr>Deployment Models</vt:lpstr>
      <vt:lpstr>Virtual Clustering in Enterprise Context</vt:lpstr>
      <vt:lpstr>Pitfalls of Virtualization</vt:lpstr>
      <vt:lpstr>What are Applications of virtual clustering on enterprise level?</vt:lpstr>
      <vt:lpstr>What is Virtualization in Grid Computing?</vt:lpstr>
      <vt:lpstr>How Virtualization Powers the Grid?</vt:lpstr>
      <vt:lpstr>Key Benefits</vt:lpstr>
      <vt:lpstr>"Live Migration" process:</vt:lpstr>
      <vt:lpstr>"Live Migration" process:</vt:lpstr>
      <vt:lpstr>Workflow of Virtualization in Grid:</vt:lpstr>
      <vt:lpstr>Layered Abstraction of virtualization in Grid:</vt:lpstr>
      <vt:lpstr>Layered Abstraction of virtualization in Grid:</vt:lpstr>
      <vt:lpstr>Layered Abstraction of virtualization in Grid:</vt:lpstr>
      <vt:lpstr>Grid vs. Cloud Virtualization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kkdeshmukh@kkwagh.edu.in</dc:creator>
  <cp:lastModifiedBy>kkdeshmukh@kkwagh.edu.in</cp:lastModifiedBy>
  <cp:revision>1</cp:revision>
  <dcterms:created xsi:type="dcterms:W3CDTF">2026-03-12T06:26:32Z</dcterms:created>
  <dcterms:modified xsi:type="dcterms:W3CDTF">2026-03-13T07:34:41Z</dcterms:modified>
</cp:coreProperties>
</file>