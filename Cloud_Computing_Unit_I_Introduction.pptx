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Computing – Unit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Cloud Computing</a:t>
            </a:r>
          </a:p>
          <a:p>
            <a:r>
              <a:t>Reference: Gautam Shroff</a:t>
            </a:r>
          </a:p>
          <a:p>
            <a:r>
              <a:t>Enterprise Cloud Computing: Technology, Architecture, Applications</a:t>
            </a:r>
          </a:p>
          <a:p>
            <a:r>
              <a:t>Cambridge University Press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Cloud Computing?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computing is a model for enabling ubiquitous, convenient, on-demand network access to a shared pool of configurable computing resources such as networks, servers, storage, applications, and services that can be rapidly provisioned and released with minimal management effort.</a:t>
            </a:r>
          </a:p>
          <a:p/>
          <a:p>
            <a:r>
              <a:t>According to Gautam Shroff, cloud computing delivers IT resources as services over the internet with scalability, elasticity, and metered usage.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Towards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Mainframe Computing</a:t>
            </a:r>
          </a:p>
          <a:p>
            <a:r>
              <a:t>• Client–Server Computing</a:t>
            </a:r>
          </a:p>
          <a:p>
            <a:r>
              <a:t>• Distributed Computing</a:t>
            </a:r>
          </a:p>
          <a:p>
            <a:r>
              <a:t>• Grid Computing</a:t>
            </a:r>
          </a:p>
          <a:p>
            <a:r>
              <a:t>• Utility Computing</a:t>
            </a:r>
          </a:p>
          <a:p>
            <a:r>
              <a:t>• Cloud Computing</a:t>
            </a:r>
          </a:p>
          <a:p/>
          <a:p>
            <a:r>
              <a:t>Cloud computing combines concepts of virtualization, distributed systems, and utility computing.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capital expenditure</a:t>
            </a:r>
          </a:p>
          <a:p>
            <a:r>
              <a:t>• Enables pay-as-you-use pricing</a:t>
            </a:r>
          </a:p>
          <a:p>
            <a:r>
              <a:t>• Supports scalability and elasticity</a:t>
            </a:r>
          </a:p>
          <a:p>
            <a:r>
              <a:t>• Improves business agility</a:t>
            </a:r>
          </a:p>
          <a:p>
            <a:r>
              <a:t>• Faster deployment of applications</a:t>
            </a:r>
          </a:p>
          <a:p>
            <a:r>
              <a:t>• Enables innovation and experimentation</a:t>
            </a:r>
          </a:p>
          <a:p/>
          <a:p>
            <a:r>
              <a:t>As emphasized by Gautam Shroff, cloud computing shifts IT from a cost center to a service-based utility.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Drivers for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Cost optimization</a:t>
            </a:r>
          </a:p>
          <a:p>
            <a:r>
              <a:t>• Faster time-to-market</a:t>
            </a:r>
          </a:p>
          <a:p>
            <a:r>
              <a:t>• Global accessibility</a:t>
            </a:r>
          </a:p>
          <a:p>
            <a:r>
              <a:t>• Reliability and availability</a:t>
            </a:r>
          </a:p>
          <a:p>
            <a:r>
              <a:t>• Disaster recovery and backup</a:t>
            </a:r>
          </a:p>
          <a:p>
            <a:r>
              <a:t>• Support for modern workloads (AI, Big Data)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Characteristics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According to standard cloud definitions and Shroff’s reference:</a:t>
            </a:r>
          </a:p>
          <a:p/>
          <a:p>
            <a:r>
              <a:t>• On-demand self-service</a:t>
            </a:r>
          </a:p>
          <a:p>
            <a:r>
              <a:t>• Broad network access</a:t>
            </a:r>
          </a:p>
          <a:p>
            <a:r>
              <a:t>• Resource pooling</a:t>
            </a:r>
          </a:p>
          <a:p>
            <a:r>
              <a:t>• Rapid elasticity and scalability</a:t>
            </a:r>
          </a:p>
          <a:p>
            <a:r>
              <a:t>• Measured service (metered billing)</a:t>
            </a:r>
          </a:p>
          <a:p>
            <a:r>
              <a:t>• High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On-Demand Self-Service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automatically provision computing capabilities such as server time and storage without requiring human interaction with the service provider.</a:t>
            </a:r>
          </a:p>
          <a:p/>
          <a:p>
            <a:r>
              <a:t>Example: Launching a virtual machine on a cloud platform within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Pooling &amp; Multi-Tenancy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providers pool computing resources to serve multiple customers using a multi-tenant model.</a:t>
            </a:r>
          </a:p>
          <a:p/>
          <a:p>
            <a:r>
              <a:t>Resources are dynamically assigned and reassigned according to demand.</a:t>
            </a:r>
          </a:p>
          <a:p/>
          <a:p>
            <a:r>
              <a:t>Location independence ensures users do not know the exact physical location of resources.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Elasticity and Measured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Elasticity:</a:t>
            </a:r>
          </a:p>
          <a:p>
            <a:r>
              <a:t>• Resources scale up or down automatically based on demand</a:t>
            </a:r>
          </a:p>
          <a:p/>
          <a:p>
            <a:r>
              <a:t>Measured Service:</a:t>
            </a:r>
          </a:p>
          <a:p>
            <a:r>
              <a:t>• Resource usage is monitored, controlled, and billed</a:t>
            </a:r>
          </a:p>
          <a:p>
            <a:r>
              <a:t>• Similar to utilities like electricity or water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 upfront cost</a:t>
            </a:r>
          </a:p>
          <a:p>
            <a:r>
              <a:t>• Scalability and flexibility</a:t>
            </a:r>
          </a:p>
          <a:p>
            <a:r>
              <a:t>• Reduced maintenance overhead</a:t>
            </a:r>
          </a:p>
          <a:p>
            <a:r>
              <a:t>• High availability and reliability</a:t>
            </a:r>
          </a:p>
          <a:p>
            <a:r>
              <a:t>• Automatic updates</a:t>
            </a:r>
          </a:p>
          <a:p>
            <a:r>
              <a:t>• Enhanced collaboration</a:t>
            </a:r>
          </a:p>
          <a:p/>
          <a:p>
            <a:r>
              <a:t>Shroff highlights cloud efficiency in managing enterprise workloads.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 of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Security and privacy concerns</a:t>
            </a:r>
          </a:p>
          <a:p>
            <a:r>
              <a:t>• Dependence on internet connectivity</a:t>
            </a:r>
          </a:p>
          <a:p>
            <a:r>
              <a:t>• Vendor lock-in</a:t>
            </a:r>
          </a:p>
          <a:p>
            <a:r>
              <a:t>• Limited control over infrastructure</a:t>
            </a:r>
          </a:p>
          <a:p>
            <a:r>
              <a:t>• Compliance and regulatory issues</a:t>
            </a:r>
          </a:p>
          <a:p/>
          <a:p>
            <a:r>
              <a:t>These challenges must be addressed through governance and security frameworks.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Computing Architecture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Description (from Shroff’s book):</a:t>
            </a:r>
          </a:p>
          <a:p/>
          <a:p>
            <a:r>
              <a:t>• Front End: User interface (browser, applications)</a:t>
            </a:r>
          </a:p>
          <a:p>
            <a:r>
              <a:t>• Network: Internet connectivity</a:t>
            </a:r>
          </a:p>
          <a:p>
            <a:r>
              <a:t>• Back End: Cloud services, virtualization, storage, servers</a:t>
            </a:r>
          </a:p>
          <a:p/>
          <a:p>
            <a:r>
              <a:t>This layered view helps understand service delivery.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View of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Diagram Explanation:</a:t>
            </a:r>
          </a:p>
          <a:p/>
          <a:p>
            <a:r>
              <a:t>• Users access cloud via client devices</a:t>
            </a:r>
          </a:p>
          <a:p>
            <a:r>
              <a:t>• Service layer provides SaaS, PaaS, IaaS</a:t>
            </a:r>
          </a:p>
          <a:p>
            <a:r>
              <a:t>• Resource layer manages compute, storage, and network</a:t>
            </a:r>
          </a:p>
          <a:p>
            <a:r>
              <a:t>• Virtualization abstracts physical infrastructure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Virtualization is the backbone of cloud computing.</a:t>
            </a:r>
          </a:p>
          <a:p/>
          <a:p>
            <a:r>
              <a:t>• Enables resource pooling</a:t>
            </a:r>
          </a:p>
          <a:p>
            <a:r>
              <a:t>• Supports isolation between tenants</a:t>
            </a:r>
          </a:p>
          <a:p>
            <a:r>
              <a:t>• Improves hardware utilization</a:t>
            </a:r>
          </a:p>
          <a:p/>
          <a:p>
            <a:r>
              <a:t>Shroff emphasizes virtualization as a key enabler of elasticity.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as a Utility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computing follows the utility model:</a:t>
            </a:r>
          </a:p>
          <a:p/>
          <a:p>
            <a:r>
              <a:t>• Pay for what you use</a:t>
            </a:r>
          </a:p>
          <a:p>
            <a:r>
              <a:t>• No need to own infrastructure</a:t>
            </a:r>
          </a:p>
          <a:p>
            <a:r>
              <a:t>• Resources delivered on demand</a:t>
            </a:r>
          </a:p>
          <a:p/>
          <a:p>
            <a:r>
              <a:t>This model transforms IT consumption in enterprises.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computing delivers IT as a service</a:t>
            </a:r>
          </a:p>
          <a:p>
            <a:r>
              <a:t>• Enables scalability, elasticity, and cost efficiency</a:t>
            </a:r>
          </a:p>
          <a:p>
            <a:r>
              <a:t>• Has well-defined characteristics</a:t>
            </a:r>
          </a:p>
          <a:p>
            <a:r>
              <a:t>• Offers many advantages with certain challenges</a:t>
            </a:r>
          </a:p>
          <a:p/>
          <a:p>
            <a:r>
              <a:t>Understanding these fundamentals is essential before studying service and deployment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