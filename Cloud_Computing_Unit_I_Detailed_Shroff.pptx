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Computing – Unit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Cloud Computing</a:t>
            </a:r>
          </a:p>
          <a:p/>
          <a:p>
            <a:r>
              <a:t>Reference:</a:t>
            </a:r>
          </a:p>
          <a:p>
            <a:r>
              <a:t>Gautam Shroff</a:t>
            </a:r>
          </a:p>
          <a:p>
            <a:r>
              <a:t>Enterprise Cloud Computing: Technology, Architecture, Applications</a:t>
            </a:r>
          </a:p>
          <a:p>
            <a:r>
              <a:t>Cambridge University Press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computing is a computing paradigm that delivers IT resources as services over the internet.</a:t>
            </a:r>
          </a:p>
          <a:p>
            <a:r>
              <a:t>It provides on-demand access to shared pools of computing resources such as servers, storage, and applications.</a:t>
            </a:r>
          </a:p>
          <a:p>
            <a:r>
              <a:t>According to Gautam Shroff, cloud computing emphasizes scalability, elasticity, and service-based delivery.</a:t>
            </a:r>
          </a:p>
          <a:p>
            <a:r>
              <a:t>Users can provision resources quickly with minimal management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Elements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Service-based delivery model</a:t>
            </a:r>
          </a:p>
          <a:p>
            <a:r>
              <a:t>Internet-based access</a:t>
            </a:r>
          </a:p>
          <a:p>
            <a:r>
              <a:t>Virtualized infrastructure</a:t>
            </a:r>
          </a:p>
          <a:p>
            <a:r>
              <a:t>Elastic scaling of resources</a:t>
            </a:r>
          </a:p>
          <a:p>
            <a:r>
              <a:t>Pay-per-use pricing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Towards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Mainframe Computing – centralized processing</a:t>
            </a:r>
          </a:p>
          <a:p>
            <a:r>
              <a:t>Client–Server Computing – distributed clients</a:t>
            </a:r>
          </a:p>
          <a:p>
            <a:r>
              <a:t>Distributed and Grid Computing – resource sharing</a:t>
            </a:r>
          </a:p>
          <a:p>
            <a:r>
              <a:t>Utility Computing – pay-per-use concept</a:t>
            </a:r>
          </a:p>
          <a:p>
            <a:r>
              <a:t>Cloud Computing – scalable, elastic, service-oriented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capital expenditure on hardware and infrastructure</a:t>
            </a:r>
          </a:p>
          <a:p>
            <a:r>
              <a:t>Enables organizations to pay only for consumed resources</a:t>
            </a:r>
          </a:p>
          <a:p>
            <a:r>
              <a:t>Supports rapid scalability and elasticity</a:t>
            </a:r>
          </a:p>
          <a:p>
            <a:r>
              <a:t>Improves business agility and responsiveness</a:t>
            </a:r>
          </a:p>
          <a:p>
            <a:r>
              <a:t>Facilitates innovation and faster deployment of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Importance (Shroff’s Perspective)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converts IT infrastructure into a utility service</a:t>
            </a:r>
          </a:p>
          <a:p>
            <a:r>
              <a:t>Reduces burden of infrastructure management</a:t>
            </a:r>
          </a:p>
          <a:p>
            <a:r>
              <a:t>Improves operational efficiency</a:t>
            </a:r>
          </a:p>
          <a:p>
            <a:r>
              <a:t>Supports global-scale enterprise applications</a:t>
            </a:r>
          </a:p>
          <a:p>
            <a:r>
              <a:t>Enables digital transformation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On-demand self-service</a:t>
            </a:r>
          </a:p>
          <a:p>
            <a:r>
              <a:t>Broad network access</a:t>
            </a:r>
          </a:p>
          <a:p>
            <a:r>
              <a:t>Resource pooling and multi-tenancy</a:t>
            </a:r>
          </a:p>
          <a:p>
            <a:r>
              <a:t>Rapid elasticity and scalability</a:t>
            </a:r>
          </a:p>
          <a:p>
            <a:r>
              <a:t>Measured service and metered billing</a:t>
            </a:r>
          </a:p>
          <a:p>
            <a:r>
              <a:t>High availability and reliability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On-Demand Self-Service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provision computing resources automatically</a:t>
            </a:r>
          </a:p>
          <a:p>
            <a:r>
              <a:t>No human interaction required with service provider</a:t>
            </a:r>
          </a:p>
          <a:p>
            <a:r>
              <a:t>Resources such as virtual machines and storage are provisioned instantly</a:t>
            </a:r>
          </a:p>
          <a:p>
            <a:r>
              <a:t>Example: Launching servers using a cloud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Pooling and Multi-Tenancy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providers pool resources to serve multiple customers</a:t>
            </a:r>
          </a:p>
          <a:p>
            <a:r>
              <a:t>Multi-tenant architecture improves resource utilization</a:t>
            </a:r>
          </a:p>
          <a:p>
            <a:r>
              <a:t>Resources are dynamically allocated based on demand</a:t>
            </a:r>
          </a:p>
          <a:p>
            <a:r>
              <a:t>Physical location of resources is abstracted from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Elasticity and Measured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Elasticity allows scaling resources up or down automatically</a:t>
            </a:r>
          </a:p>
          <a:p>
            <a:r>
              <a:t>Cloud appears to have unlimited resources</a:t>
            </a:r>
          </a:p>
          <a:p>
            <a:r>
              <a:t>Measured service tracks usage of CPU, storage, and bandwidth</a:t>
            </a:r>
          </a:p>
          <a:p>
            <a:r>
              <a:t>Users are billed based on actual consumption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initial investment</a:t>
            </a:r>
          </a:p>
          <a:p>
            <a:r>
              <a:t>High scalability and flexibility</a:t>
            </a:r>
          </a:p>
          <a:p>
            <a:r>
              <a:t>Reduced maintenance and management</a:t>
            </a:r>
          </a:p>
          <a:p>
            <a:r>
              <a:t>High availability and fault tolerance</a:t>
            </a:r>
          </a:p>
          <a:p>
            <a:r>
              <a:t>Automatic software updates</a:t>
            </a:r>
          </a:p>
          <a:p>
            <a:r>
              <a:t>Improved collaboration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and privacy concerns</a:t>
            </a:r>
          </a:p>
          <a:p>
            <a:r>
              <a:t>Dependence on reliable internet connectivity</a:t>
            </a:r>
          </a:p>
          <a:p>
            <a:r>
              <a:t>Vendor lock-in issues</a:t>
            </a:r>
          </a:p>
          <a:p>
            <a:r>
              <a:t>Limited control over infrastructure</a:t>
            </a:r>
          </a:p>
          <a:p>
            <a:r>
              <a:t>Compliance and regulatory challenges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Computing Architecture (Conceptual Diagram – Shroff)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shows Front End and Back End architecture</a:t>
            </a:r>
          </a:p>
          <a:p>
            <a:r>
              <a:t>Front End: User devices and interfaces such as browsers</a:t>
            </a:r>
          </a:p>
          <a:p>
            <a:r>
              <a:t>Network layer connects users to cloud</a:t>
            </a:r>
          </a:p>
          <a:p>
            <a:r>
              <a:t>Back End includes cloud services, virtualization, storage, and servers</a:t>
            </a:r>
          </a:p>
          <a:p>
            <a:r>
              <a:t>Architecture emphasizes abstraction and service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View of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layer accesses cloud services</a:t>
            </a:r>
          </a:p>
          <a:p>
            <a:r>
              <a:t>Service layer provides SaaS, PaaS, and IaaS</a:t>
            </a:r>
          </a:p>
          <a:p>
            <a:r>
              <a:t>Resource layer manages compute, storage, and network</a:t>
            </a:r>
          </a:p>
          <a:p>
            <a:r>
              <a:t>Virtualization layer abstracts physical infrastructure</a:t>
            </a:r>
          </a:p>
          <a:p>
            <a:r>
              <a:t>Management layer handles provisioning, monitoring, and billing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Virtualization in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Virtualization is a key enabler of cloud computing</a:t>
            </a:r>
          </a:p>
          <a:p>
            <a:r>
              <a:t>Allows multiple virtual machines on a single physical server</a:t>
            </a:r>
          </a:p>
          <a:p>
            <a:r>
              <a:t>Improves hardware utilization</a:t>
            </a:r>
          </a:p>
          <a:p>
            <a:r>
              <a:t>Provides isolation between users</a:t>
            </a:r>
          </a:p>
          <a:p>
            <a:r>
              <a:t>Supports elasticity and scalability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as a Utility Model (Diagram 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follows utility computing principles</a:t>
            </a:r>
          </a:p>
          <a:p>
            <a:r>
              <a:t>Users consume resources like electricity or water</a:t>
            </a:r>
          </a:p>
          <a:p>
            <a:r>
              <a:t>Pay-per-use billing model</a:t>
            </a:r>
          </a:p>
          <a:p>
            <a:r>
              <a:t>No need to own or manage infrastructure</a:t>
            </a:r>
          </a:p>
          <a:p>
            <a:r>
              <a:t>Transforms IT from capital expense to operational expense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computing delivers computing resources as services</a:t>
            </a:r>
          </a:p>
          <a:p>
            <a:r>
              <a:t>Offers scalability, elasticity, and cost efficiency</a:t>
            </a:r>
          </a:p>
          <a:p>
            <a:r>
              <a:t>Has distinct characteristics and enterprise benefits</a:t>
            </a:r>
          </a:p>
          <a:p>
            <a:r>
              <a:t>Provides many advantages with manageable challenges</a:t>
            </a:r>
          </a:p>
          <a:p>
            <a:r>
              <a:t>Forms the foundation for advanced cloud service and deployment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